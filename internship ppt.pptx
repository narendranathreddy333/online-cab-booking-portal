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59" r:id="rId3"/>
    <p:sldId id="260" r:id="rId4"/>
    <p:sldId id="262" r:id="rId5"/>
    <p:sldId id="261" r:id="rId6"/>
    <p:sldId id="263" r:id="rId7"/>
    <p:sldId id="264" r:id="rId8"/>
    <p:sldId id="265" r:id="rId9"/>
    <p:sldId id="282" r:id="rId10"/>
    <p:sldId id="283" r:id="rId11"/>
    <p:sldId id="284" r:id="rId12"/>
    <p:sldId id="285" r:id="rId13"/>
    <p:sldId id="286" r:id="rId14"/>
    <p:sldId id="287" r:id="rId15"/>
    <p:sldId id="28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86" d="100"/>
          <a:sy n="86" d="100"/>
        </p:scale>
        <p:origin x="51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6"/>
        </a:solidFill>
        <a:effectLst/>
      </p:bgPr>
    </p:bg>
    <p:spTree>
      <p:nvGrpSpPr>
        <p:cNvPr id="1" name="Shape 9"/>
        <p:cNvGrpSpPr/>
        <p:nvPr/>
      </p:nvGrpSpPr>
      <p:grpSpPr>
        <a:xfrm>
          <a:off x="0" y="0"/>
          <a:ext cx="0" cy="0"/>
          <a:chOff x="0" y="0"/>
          <a:chExt cx="0" cy="0"/>
        </a:xfrm>
      </p:grpSpPr>
      <p:sp>
        <p:nvSpPr>
          <p:cNvPr id="10" name="Google Shape;10;p2"/>
          <p:cNvSpPr/>
          <p:nvPr/>
        </p:nvSpPr>
        <p:spPr>
          <a:xfrm>
            <a:off x="41" y="3766000"/>
            <a:ext cx="9827200" cy="3092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1" name="Google Shape;11;p2"/>
          <p:cNvSpPr/>
          <p:nvPr/>
        </p:nvSpPr>
        <p:spPr>
          <a:xfrm flipH="1">
            <a:off x="4776800" y="2067600"/>
            <a:ext cx="7415200" cy="47904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2" name="Google Shape;12;p2"/>
          <p:cNvSpPr/>
          <p:nvPr/>
        </p:nvSpPr>
        <p:spPr>
          <a:xfrm rot="10800000">
            <a:off x="6745207" y="0"/>
            <a:ext cx="5446800" cy="2736800"/>
          </a:xfrm>
          <a:prstGeom prst="rtTriangl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3" name="Google Shape;13;p2"/>
          <p:cNvSpPr/>
          <p:nvPr/>
        </p:nvSpPr>
        <p:spPr>
          <a:xfrm>
            <a:off x="271033"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nvGrpSpPr>
          <p:cNvPr id="14" name="Google Shape;14;p2"/>
          <p:cNvGrpSpPr/>
          <p:nvPr/>
        </p:nvGrpSpPr>
        <p:grpSpPr>
          <a:xfrm>
            <a:off x="340267" y="789"/>
            <a:ext cx="3000484" cy="13924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grpSp>
        <p:nvGrpSpPr>
          <p:cNvPr id="18" name="Google Shape;18;p2"/>
          <p:cNvGrpSpPr/>
          <p:nvPr/>
        </p:nvGrpSpPr>
        <p:grpSpPr>
          <a:xfrm>
            <a:off x="1207193" y="789"/>
            <a:ext cx="3000484" cy="13924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grpSp>
        <p:nvGrpSpPr>
          <p:cNvPr id="22" name="Google Shape;22;p2"/>
          <p:cNvGrpSpPr/>
          <p:nvPr/>
        </p:nvGrpSpPr>
        <p:grpSpPr>
          <a:xfrm>
            <a:off x="9409957" y="6784"/>
            <a:ext cx="2468376" cy="1002811"/>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grpSp>
        <p:nvGrpSpPr>
          <p:cNvPr id="26" name="Google Shape;26;p2"/>
          <p:cNvGrpSpPr/>
          <p:nvPr/>
        </p:nvGrpSpPr>
        <p:grpSpPr>
          <a:xfrm>
            <a:off x="8737376" y="5623803"/>
            <a:ext cx="3185424" cy="1234316"/>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grpSp>
        <p:nvGrpSpPr>
          <p:cNvPr id="30" name="Google Shape;30;p2"/>
          <p:cNvGrpSpPr/>
          <p:nvPr/>
        </p:nvGrpSpPr>
        <p:grpSpPr>
          <a:xfrm>
            <a:off x="265532" y="5407536"/>
            <a:ext cx="3727219" cy="1444411"/>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sp>
        <p:nvSpPr>
          <p:cNvPr id="34" name="Google Shape;34;p2"/>
          <p:cNvSpPr txBox="1">
            <a:spLocks noGrp="1"/>
          </p:cNvSpPr>
          <p:nvPr>
            <p:ph type="ctrTitle"/>
          </p:nvPr>
        </p:nvSpPr>
        <p:spPr>
          <a:xfrm>
            <a:off x="2478271" y="2430444"/>
            <a:ext cx="7148400" cy="1930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800"/>
              <a:buNone/>
              <a:defRPr sz="5065"/>
            </a:lvl1pPr>
            <a:lvl2pPr lvl="1" algn="ctr">
              <a:spcBef>
                <a:spcPts val="0"/>
              </a:spcBef>
              <a:spcAft>
                <a:spcPts val="0"/>
              </a:spcAft>
              <a:buSzPts val="3800"/>
              <a:buNone/>
              <a:defRPr sz="5065"/>
            </a:lvl2pPr>
            <a:lvl3pPr lvl="2" algn="ctr">
              <a:spcBef>
                <a:spcPts val="0"/>
              </a:spcBef>
              <a:spcAft>
                <a:spcPts val="0"/>
              </a:spcAft>
              <a:buSzPts val="3800"/>
              <a:buNone/>
              <a:defRPr sz="5065"/>
            </a:lvl3pPr>
            <a:lvl4pPr lvl="3" algn="ctr">
              <a:spcBef>
                <a:spcPts val="0"/>
              </a:spcBef>
              <a:spcAft>
                <a:spcPts val="0"/>
              </a:spcAft>
              <a:buSzPts val="3800"/>
              <a:buNone/>
              <a:defRPr sz="5065"/>
            </a:lvl4pPr>
            <a:lvl5pPr lvl="4" algn="ctr">
              <a:spcBef>
                <a:spcPts val="0"/>
              </a:spcBef>
              <a:spcAft>
                <a:spcPts val="0"/>
              </a:spcAft>
              <a:buSzPts val="3800"/>
              <a:buNone/>
              <a:defRPr sz="5065"/>
            </a:lvl5pPr>
            <a:lvl6pPr lvl="5" algn="ctr">
              <a:spcBef>
                <a:spcPts val="0"/>
              </a:spcBef>
              <a:spcAft>
                <a:spcPts val="0"/>
              </a:spcAft>
              <a:buSzPts val="3800"/>
              <a:buNone/>
              <a:defRPr sz="5065"/>
            </a:lvl6pPr>
            <a:lvl7pPr lvl="6" algn="ctr">
              <a:spcBef>
                <a:spcPts val="0"/>
              </a:spcBef>
              <a:spcAft>
                <a:spcPts val="0"/>
              </a:spcAft>
              <a:buSzPts val="3800"/>
              <a:buNone/>
              <a:defRPr sz="5065"/>
            </a:lvl7pPr>
            <a:lvl8pPr lvl="7" algn="ctr">
              <a:spcBef>
                <a:spcPts val="0"/>
              </a:spcBef>
              <a:spcAft>
                <a:spcPts val="0"/>
              </a:spcAft>
              <a:buSzPts val="3800"/>
              <a:buNone/>
              <a:defRPr sz="5065"/>
            </a:lvl8pPr>
            <a:lvl9pPr lvl="8" algn="ctr">
              <a:spcBef>
                <a:spcPts val="0"/>
              </a:spcBef>
              <a:spcAft>
                <a:spcPts val="0"/>
              </a:spcAft>
              <a:buSzPts val="3800"/>
              <a:buNone/>
              <a:defRPr sz="5065"/>
            </a:lvl9pPr>
          </a:lstStyle>
          <a:p>
            <a:endParaRPr/>
          </a:p>
        </p:txBody>
      </p:sp>
      <p:sp>
        <p:nvSpPr>
          <p:cNvPr id="35" name="Google Shape;35;p2"/>
          <p:cNvSpPr txBox="1">
            <a:spLocks noGrp="1"/>
          </p:cNvSpPr>
          <p:nvPr>
            <p:ph type="subTitle" idx="1"/>
          </p:nvPr>
        </p:nvSpPr>
        <p:spPr>
          <a:xfrm>
            <a:off x="2478267" y="4550877"/>
            <a:ext cx="7148400" cy="696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600"/>
              <a:buNone/>
              <a:defRPr sz="2135">
                <a:solidFill>
                  <a:schemeClr val="lt1"/>
                </a:solidFill>
              </a:defRPr>
            </a:lvl1pPr>
            <a:lvl2pPr lvl="1" algn="ctr">
              <a:lnSpc>
                <a:spcPct val="100000"/>
              </a:lnSpc>
              <a:spcBef>
                <a:spcPts val="0"/>
              </a:spcBef>
              <a:spcAft>
                <a:spcPts val="0"/>
              </a:spcAft>
              <a:buClr>
                <a:schemeClr val="lt1"/>
              </a:buClr>
              <a:buSzPts val="1600"/>
              <a:buNone/>
              <a:defRPr sz="2135">
                <a:solidFill>
                  <a:schemeClr val="lt1"/>
                </a:solidFill>
              </a:defRPr>
            </a:lvl2pPr>
            <a:lvl3pPr lvl="2" algn="ctr">
              <a:lnSpc>
                <a:spcPct val="100000"/>
              </a:lnSpc>
              <a:spcBef>
                <a:spcPts val="0"/>
              </a:spcBef>
              <a:spcAft>
                <a:spcPts val="0"/>
              </a:spcAft>
              <a:buClr>
                <a:schemeClr val="lt1"/>
              </a:buClr>
              <a:buSzPts val="1600"/>
              <a:buNone/>
              <a:defRPr sz="2135">
                <a:solidFill>
                  <a:schemeClr val="lt1"/>
                </a:solidFill>
              </a:defRPr>
            </a:lvl3pPr>
            <a:lvl4pPr lvl="3" algn="ctr">
              <a:lnSpc>
                <a:spcPct val="100000"/>
              </a:lnSpc>
              <a:spcBef>
                <a:spcPts val="0"/>
              </a:spcBef>
              <a:spcAft>
                <a:spcPts val="0"/>
              </a:spcAft>
              <a:buClr>
                <a:schemeClr val="lt1"/>
              </a:buClr>
              <a:buSzPts val="1600"/>
              <a:buNone/>
              <a:defRPr sz="2135">
                <a:solidFill>
                  <a:schemeClr val="lt1"/>
                </a:solidFill>
              </a:defRPr>
            </a:lvl4pPr>
            <a:lvl5pPr lvl="4" algn="ctr">
              <a:lnSpc>
                <a:spcPct val="100000"/>
              </a:lnSpc>
              <a:spcBef>
                <a:spcPts val="0"/>
              </a:spcBef>
              <a:spcAft>
                <a:spcPts val="0"/>
              </a:spcAft>
              <a:buClr>
                <a:schemeClr val="lt1"/>
              </a:buClr>
              <a:buSzPts val="1600"/>
              <a:buNone/>
              <a:defRPr sz="2135">
                <a:solidFill>
                  <a:schemeClr val="lt1"/>
                </a:solidFill>
              </a:defRPr>
            </a:lvl5pPr>
            <a:lvl6pPr lvl="5" algn="ctr">
              <a:lnSpc>
                <a:spcPct val="100000"/>
              </a:lnSpc>
              <a:spcBef>
                <a:spcPts val="0"/>
              </a:spcBef>
              <a:spcAft>
                <a:spcPts val="0"/>
              </a:spcAft>
              <a:buClr>
                <a:schemeClr val="lt1"/>
              </a:buClr>
              <a:buSzPts val="1600"/>
              <a:buNone/>
              <a:defRPr sz="2135">
                <a:solidFill>
                  <a:schemeClr val="lt1"/>
                </a:solidFill>
              </a:defRPr>
            </a:lvl6pPr>
            <a:lvl7pPr lvl="6" algn="ctr">
              <a:lnSpc>
                <a:spcPct val="100000"/>
              </a:lnSpc>
              <a:spcBef>
                <a:spcPts val="0"/>
              </a:spcBef>
              <a:spcAft>
                <a:spcPts val="0"/>
              </a:spcAft>
              <a:buClr>
                <a:schemeClr val="lt1"/>
              </a:buClr>
              <a:buSzPts val="1600"/>
              <a:buNone/>
              <a:defRPr sz="2135">
                <a:solidFill>
                  <a:schemeClr val="lt1"/>
                </a:solidFill>
              </a:defRPr>
            </a:lvl7pPr>
            <a:lvl8pPr lvl="7" algn="ctr">
              <a:lnSpc>
                <a:spcPct val="100000"/>
              </a:lnSpc>
              <a:spcBef>
                <a:spcPts val="0"/>
              </a:spcBef>
              <a:spcAft>
                <a:spcPts val="0"/>
              </a:spcAft>
              <a:buClr>
                <a:schemeClr val="lt1"/>
              </a:buClr>
              <a:buSzPts val="1600"/>
              <a:buNone/>
              <a:defRPr sz="2135">
                <a:solidFill>
                  <a:schemeClr val="lt1"/>
                </a:solidFill>
              </a:defRPr>
            </a:lvl8pPr>
            <a:lvl9pPr lvl="8" algn="ctr">
              <a:lnSpc>
                <a:spcPct val="100000"/>
              </a:lnSpc>
              <a:spcBef>
                <a:spcPts val="0"/>
              </a:spcBef>
              <a:spcAft>
                <a:spcPts val="0"/>
              </a:spcAft>
              <a:buClr>
                <a:schemeClr val="lt1"/>
              </a:buClr>
              <a:buSzPts val="1600"/>
              <a:buNone/>
              <a:defRPr sz="2135">
                <a:solidFill>
                  <a:schemeClr val="lt1"/>
                </a:solidFill>
              </a:defRPr>
            </a:lvl9pPr>
          </a:lstStyle>
          <a:p>
            <a:endParaRPr/>
          </a:p>
        </p:txBody>
      </p:sp>
      <p:sp>
        <p:nvSpPr>
          <p:cNvPr id="36" name="Google Shape;36;p2"/>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37"/>
        <p:cNvGrpSpPr/>
        <p:nvPr/>
      </p:nvGrpSpPr>
      <p:grpSpPr>
        <a:xfrm>
          <a:off x="0" y="0"/>
          <a:ext cx="0" cy="0"/>
          <a:chOff x="0" y="0"/>
          <a:chExt cx="0" cy="0"/>
        </a:xfrm>
      </p:grpSpPr>
      <p:sp>
        <p:nvSpPr>
          <p:cNvPr id="38" name="Google Shape;38;p3"/>
          <p:cNvSpPr/>
          <p:nvPr/>
        </p:nvSpPr>
        <p:spPr>
          <a:xfrm flipH="1">
            <a:off x="6342800" y="3079200"/>
            <a:ext cx="5849200" cy="3778800"/>
          </a:xfrm>
          <a:prstGeom prst="rtTriangl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nvGrpSpPr>
          <p:cNvPr id="39" name="Google Shape;39;p3"/>
          <p:cNvGrpSpPr/>
          <p:nvPr/>
        </p:nvGrpSpPr>
        <p:grpSpPr>
          <a:xfrm>
            <a:off x="7458921" y="5281487"/>
            <a:ext cx="3880193" cy="1576453"/>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grpSp>
        <p:nvGrpSpPr>
          <p:cNvPr id="43" name="Google Shape;43;p3"/>
          <p:cNvGrpSpPr/>
          <p:nvPr/>
        </p:nvGrpSpPr>
        <p:grpSpPr>
          <a:xfrm>
            <a:off x="265532" y="3"/>
            <a:ext cx="3727219" cy="1444411"/>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sp>
        <p:nvSpPr>
          <p:cNvPr id="47" name="Google Shape;47;p3"/>
          <p:cNvSpPr txBox="1">
            <a:spLocks noGrp="1"/>
          </p:cNvSpPr>
          <p:nvPr>
            <p:ph type="title"/>
          </p:nvPr>
        </p:nvSpPr>
        <p:spPr>
          <a:xfrm>
            <a:off x="2518245" y="2328133"/>
            <a:ext cx="7170000" cy="2194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3200"/>
              <a:buNone/>
              <a:defRPr sz="4265">
                <a:solidFill>
                  <a:schemeClr val="dk2"/>
                </a:solidFill>
              </a:defRPr>
            </a:lvl1pPr>
            <a:lvl2pPr lvl="1" algn="ctr">
              <a:spcBef>
                <a:spcPts val="0"/>
              </a:spcBef>
              <a:spcAft>
                <a:spcPts val="0"/>
              </a:spcAft>
              <a:buClr>
                <a:schemeClr val="dk2"/>
              </a:buClr>
              <a:buSzPts val="3200"/>
              <a:buNone/>
              <a:defRPr sz="4265">
                <a:solidFill>
                  <a:schemeClr val="dk2"/>
                </a:solidFill>
              </a:defRPr>
            </a:lvl2pPr>
            <a:lvl3pPr lvl="2" algn="ctr">
              <a:spcBef>
                <a:spcPts val="0"/>
              </a:spcBef>
              <a:spcAft>
                <a:spcPts val="0"/>
              </a:spcAft>
              <a:buClr>
                <a:schemeClr val="dk2"/>
              </a:buClr>
              <a:buSzPts val="3200"/>
              <a:buNone/>
              <a:defRPr sz="4265">
                <a:solidFill>
                  <a:schemeClr val="dk2"/>
                </a:solidFill>
              </a:defRPr>
            </a:lvl3pPr>
            <a:lvl4pPr lvl="3" algn="ctr">
              <a:spcBef>
                <a:spcPts val="0"/>
              </a:spcBef>
              <a:spcAft>
                <a:spcPts val="0"/>
              </a:spcAft>
              <a:buClr>
                <a:schemeClr val="dk2"/>
              </a:buClr>
              <a:buSzPts val="3200"/>
              <a:buNone/>
              <a:defRPr sz="4265">
                <a:solidFill>
                  <a:schemeClr val="dk2"/>
                </a:solidFill>
              </a:defRPr>
            </a:lvl4pPr>
            <a:lvl5pPr lvl="4" algn="ctr">
              <a:spcBef>
                <a:spcPts val="0"/>
              </a:spcBef>
              <a:spcAft>
                <a:spcPts val="0"/>
              </a:spcAft>
              <a:buClr>
                <a:schemeClr val="dk2"/>
              </a:buClr>
              <a:buSzPts val="3200"/>
              <a:buNone/>
              <a:defRPr sz="4265">
                <a:solidFill>
                  <a:schemeClr val="dk2"/>
                </a:solidFill>
              </a:defRPr>
            </a:lvl5pPr>
            <a:lvl6pPr lvl="5" algn="ctr">
              <a:spcBef>
                <a:spcPts val="0"/>
              </a:spcBef>
              <a:spcAft>
                <a:spcPts val="0"/>
              </a:spcAft>
              <a:buClr>
                <a:schemeClr val="dk2"/>
              </a:buClr>
              <a:buSzPts val="3200"/>
              <a:buNone/>
              <a:defRPr sz="4265">
                <a:solidFill>
                  <a:schemeClr val="dk2"/>
                </a:solidFill>
              </a:defRPr>
            </a:lvl6pPr>
            <a:lvl7pPr lvl="6" algn="ctr">
              <a:spcBef>
                <a:spcPts val="0"/>
              </a:spcBef>
              <a:spcAft>
                <a:spcPts val="0"/>
              </a:spcAft>
              <a:buClr>
                <a:schemeClr val="dk2"/>
              </a:buClr>
              <a:buSzPts val="3200"/>
              <a:buNone/>
              <a:defRPr sz="4265">
                <a:solidFill>
                  <a:schemeClr val="dk2"/>
                </a:solidFill>
              </a:defRPr>
            </a:lvl7pPr>
            <a:lvl8pPr lvl="7" algn="ctr">
              <a:spcBef>
                <a:spcPts val="0"/>
              </a:spcBef>
              <a:spcAft>
                <a:spcPts val="0"/>
              </a:spcAft>
              <a:buClr>
                <a:schemeClr val="dk2"/>
              </a:buClr>
              <a:buSzPts val="3200"/>
              <a:buNone/>
              <a:defRPr sz="4265">
                <a:solidFill>
                  <a:schemeClr val="dk2"/>
                </a:solidFill>
              </a:defRPr>
            </a:lvl8pPr>
            <a:lvl9pPr lvl="8" algn="ctr">
              <a:spcBef>
                <a:spcPts val="0"/>
              </a:spcBef>
              <a:spcAft>
                <a:spcPts val="0"/>
              </a:spcAft>
              <a:buClr>
                <a:schemeClr val="dk2"/>
              </a:buClr>
              <a:buSzPts val="3200"/>
              <a:buNone/>
              <a:defRPr sz="4265">
                <a:solidFill>
                  <a:schemeClr val="dk2"/>
                </a:solidFill>
              </a:defRPr>
            </a:lvl9pPr>
          </a:lstStyle>
          <a:p>
            <a:endParaRPr/>
          </a:p>
        </p:txBody>
      </p:sp>
      <p:sp>
        <p:nvSpPr>
          <p:cNvPr id="48" name="Google Shape;48;p3"/>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49"/>
        <p:cNvGrpSpPr/>
        <p:nvPr/>
      </p:nvGrpSpPr>
      <p:grpSpPr>
        <a:xfrm>
          <a:off x="0" y="0"/>
          <a:ext cx="0" cy="0"/>
          <a:chOff x="0" y="0"/>
          <a:chExt cx="0" cy="0"/>
        </a:xfrm>
      </p:grpSpPr>
      <p:sp>
        <p:nvSpPr>
          <p:cNvPr id="50" name="Google Shape;50;p4"/>
          <p:cNvSpPr/>
          <p:nvPr/>
        </p:nvSpPr>
        <p:spPr>
          <a:xfrm flipH="1">
            <a:off x="4776800" y="2067600"/>
            <a:ext cx="74152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51" name="Google Shape;51;p4"/>
          <p:cNvSpPr/>
          <p:nvPr/>
        </p:nvSpPr>
        <p:spPr>
          <a:xfrm>
            <a:off x="41" y="3766000"/>
            <a:ext cx="9827200" cy="30920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52" name="Google Shape;52;p4"/>
          <p:cNvSpPr/>
          <p:nvPr/>
        </p:nvSpPr>
        <p:spPr>
          <a:xfrm>
            <a:off x="270967"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53" name="Google Shape;53;p4"/>
          <p:cNvSpPr txBox="1">
            <a:spLocks noGrp="1"/>
          </p:cNvSpPr>
          <p:nvPr>
            <p:ph type="title"/>
          </p:nvPr>
        </p:nvSpPr>
        <p:spPr>
          <a:xfrm>
            <a:off x="1092200" y="1127467"/>
            <a:ext cx="10007600" cy="1272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4000"/>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sp>
        <p:nvSpPr>
          <p:cNvPr id="54" name="Google Shape;54;p4"/>
          <p:cNvSpPr txBox="1">
            <a:spLocks noGrp="1"/>
          </p:cNvSpPr>
          <p:nvPr>
            <p:ph type="body" idx="1"/>
          </p:nvPr>
        </p:nvSpPr>
        <p:spPr>
          <a:xfrm>
            <a:off x="1092200" y="2654300"/>
            <a:ext cx="10007600" cy="3264000"/>
          </a:xfrm>
          <a:prstGeom prst="rect">
            <a:avLst/>
          </a:prstGeom>
        </p:spPr>
        <p:txBody>
          <a:bodyPr spcFirstLastPara="1" wrap="square" lIns="91425" tIns="91425" rIns="91425" bIns="91425" anchor="t" anchorCtr="0">
            <a:noAutofit/>
          </a:bodyPr>
          <a:lstStyle>
            <a:lvl1pPr marL="609600" lvl="0" indent="-414655">
              <a:spcBef>
                <a:spcPts val="0"/>
              </a:spcBef>
              <a:spcAft>
                <a:spcPts val="0"/>
              </a:spcAft>
              <a:buSzPts val="1300"/>
              <a:buChar char="●"/>
              <a:defRPr/>
            </a:lvl1pPr>
            <a:lvl2pPr marL="1219200" lvl="1" indent="-398145">
              <a:spcBef>
                <a:spcPct val="427000"/>
              </a:spcBef>
              <a:spcAft>
                <a:spcPts val="0"/>
              </a:spcAft>
              <a:buSzPts val="1100"/>
              <a:buChar char="○"/>
              <a:defRPr/>
            </a:lvl2pPr>
            <a:lvl3pPr marL="1828800" lvl="2" indent="-398145">
              <a:spcBef>
                <a:spcPct val="427000"/>
              </a:spcBef>
              <a:spcAft>
                <a:spcPts val="0"/>
              </a:spcAft>
              <a:buSzPts val="1100"/>
              <a:buChar char="■"/>
              <a:defRPr/>
            </a:lvl3pPr>
            <a:lvl4pPr marL="2438400" lvl="3" indent="-398145">
              <a:spcBef>
                <a:spcPct val="427000"/>
              </a:spcBef>
              <a:spcAft>
                <a:spcPts val="0"/>
              </a:spcAft>
              <a:buSzPts val="1100"/>
              <a:buChar char="●"/>
              <a:defRPr/>
            </a:lvl4pPr>
            <a:lvl5pPr marL="3048000" lvl="4" indent="-398145">
              <a:spcBef>
                <a:spcPct val="427000"/>
              </a:spcBef>
              <a:spcAft>
                <a:spcPts val="0"/>
              </a:spcAft>
              <a:buSzPts val="1100"/>
              <a:buChar char="○"/>
              <a:defRPr/>
            </a:lvl5pPr>
            <a:lvl6pPr marL="3657600" lvl="5" indent="-398145">
              <a:spcBef>
                <a:spcPct val="427000"/>
              </a:spcBef>
              <a:spcAft>
                <a:spcPts val="0"/>
              </a:spcAft>
              <a:buSzPts val="1100"/>
              <a:buChar char="■"/>
              <a:defRPr/>
            </a:lvl6pPr>
            <a:lvl7pPr marL="4267200" lvl="6" indent="-398145">
              <a:spcBef>
                <a:spcPct val="427000"/>
              </a:spcBef>
              <a:spcAft>
                <a:spcPts val="0"/>
              </a:spcAft>
              <a:buSzPts val="1100"/>
              <a:buChar char="●"/>
              <a:defRPr/>
            </a:lvl7pPr>
            <a:lvl8pPr marL="4876800" lvl="7" indent="-398145">
              <a:spcBef>
                <a:spcPct val="427000"/>
              </a:spcBef>
              <a:spcAft>
                <a:spcPts val="0"/>
              </a:spcAft>
              <a:buSzPts val="1100"/>
              <a:buChar char="○"/>
              <a:defRPr/>
            </a:lvl8pPr>
            <a:lvl9pPr marL="5486400" lvl="8" indent="-398145">
              <a:spcBef>
                <a:spcPct val="427000"/>
              </a:spcBef>
              <a:spcAft>
                <a:spcPts val="1600"/>
              </a:spcAft>
              <a:buSzPts val="1100"/>
              <a:buChar char="■"/>
              <a:defRPr/>
            </a:lvl9pPr>
          </a:lstStyle>
          <a:p>
            <a:endParaRPr/>
          </a:p>
        </p:txBody>
      </p:sp>
      <p:sp>
        <p:nvSpPr>
          <p:cNvPr id="55" name="Google Shape;55;p4"/>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dk2"/>
        </a:solidFill>
        <a:effectLst/>
      </p:bgPr>
    </p:bg>
    <p:spTree>
      <p:nvGrpSpPr>
        <p:cNvPr id="1" name="Shape 56"/>
        <p:cNvGrpSpPr/>
        <p:nvPr/>
      </p:nvGrpSpPr>
      <p:grpSpPr>
        <a:xfrm>
          <a:off x="0" y="0"/>
          <a:ext cx="0" cy="0"/>
          <a:chOff x="0" y="0"/>
          <a:chExt cx="0" cy="0"/>
        </a:xfrm>
      </p:grpSpPr>
      <p:sp>
        <p:nvSpPr>
          <p:cNvPr id="57" name="Google Shape;57;p5"/>
          <p:cNvSpPr/>
          <p:nvPr/>
        </p:nvSpPr>
        <p:spPr>
          <a:xfrm flipH="1">
            <a:off x="4776800" y="2067600"/>
            <a:ext cx="74152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58" name="Google Shape;58;p5"/>
          <p:cNvSpPr/>
          <p:nvPr/>
        </p:nvSpPr>
        <p:spPr>
          <a:xfrm>
            <a:off x="41" y="3766000"/>
            <a:ext cx="9827200" cy="30920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59" name="Google Shape;59;p5"/>
          <p:cNvSpPr/>
          <p:nvPr/>
        </p:nvSpPr>
        <p:spPr>
          <a:xfrm>
            <a:off x="270967"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60" name="Google Shape;60;p5"/>
          <p:cNvSpPr txBox="1">
            <a:spLocks noGrp="1"/>
          </p:cNvSpPr>
          <p:nvPr>
            <p:ph type="title"/>
          </p:nvPr>
        </p:nvSpPr>
        <p:spPr>
          <a:xfrm>
            <a:off x="1092200" y="1127467"/>
            <a:ext cx="10007600" cy="1272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4000"/>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sp>
        <p:nvSpPr>
          <p:cNvPr id="61" name="Google Shape;61;p5"/>
          <p:cNvSpPr txBox="1">
            <a:spLocks noGrp="1"/>
          </p:cNvSpPr>
          <p:nvPr>
            <p:ph type="body" idx="1"/>
          </p:nvPr>
        </p:nvSpPr>
        <p:spPr>
          <a:xfrm>
            <a:off x="1092200" y="2654300"/>
            <a:ext cx="4914800" cy="3264000"/>
          </a:xfrm>
          <a:prstGeom prst="rect">
            <a:avLst/>
          </a:prstGeom>
        </p:spPr>
        <p:txBody>
          <a:bodyPr spcFirstLastPara="1" wrap="square" lIns="91425" tIns="91425" rIns="91425" bIns="91425" anchor="t" anchorCtr="0">
            <a:noAutofit/>
          </a:bodyPr>
          <a:lstStyle>
            <a:lvl1pPr marL="609600" lvl="0" indent="-414655">
              <a:spcBef>
                <a:spcPts val="0"/>
              </a:spcBef>
              <a:spcAft>
                <a:spcPts val="0"/>
              </a:spcAft>
              <a:buSzPts val="1300"/>
              <a:buChar char="●"/>
              <a:defRPr/>
            </a:lvl1pPr>
            <a:lvl2pPr marL="1219200" lvl="1" indent="-398145">
              <a:spcBef>
                <a:spcPct val="427000"/>
              </a:spcBef>
              <a:spcAft>
                <a:spcPts val="0"/>
              </a:spcAft>
              <a:buSzPts val="1100"/>
              <a:buChar char="○"/>
              <a:defRPr/>
            </a:lvl2pPr>
            <a:lvl3pPr marL="1828800" lvl="2" indent="-398145">
              <a:spcBef>
                <a:spcPct val="427000"/>
              </a:spcBef>
              <a:spcAft>
                <a:spcPts val="0"/>
              </a:spcAft>
              <a:buSzPts val="1100"/>
              <a:buChar char="■"/>
              <a:defRPr/>
            </a:lvl3pPr>
            <a:lvl4pPr marL="2438400" lvl="3" indent="-398145">
              <a:spcBef>
                <a:spcPct val="427000"/>
              </a:spcBef>
              <a:spcAft>
                <a:spcPts val="0"/>
              </a:spcAft>
              <a:buSzPts val="1100"/>
              <a:buChar char="●"/>
              <a:defRPr/>
            </a:lvl4pPr>
            <a:lvl5pPr marL="3048000" lvl="4" indent="-398145">
              <a:spcBef>
                <a:spcPct val="427000"/>
              </a:spcBef>
              <a:spcAft>
                <a:spcPts val="0"/>
              </a:spcAft>
              <a:buSzPts val="1100"/>
              <a:buChar char="○"/>
              <a:defRPr/>
            </a:lvl5pPr>
            <a:lvl6pPr marL="3657600" lvl="5" indent="-398145">
              <a:spcBef>
                <a:spcPct val="427000"/>
              </a:spcBef>
              <a:spcAft>
                <a:spcPts val="0"/>
              </a:spcAft>
              <a:buSzPts val="1100"/>
              <a:buChar char="■"/>
              <a:defRPr/>
            </a:lvl6pPr>
            <a:lvl7pPr marL="4267200" lvl="6" indent="-398145">
              <a:spcBef>
                <a:spcPct val="427000"/>
              </a:spcBef>
              <a:spcAft>
                <a:spcPts val="0"/>
              </a:spcAft>
              <a:buSzPts val="1100"/>
              <a:buChar char="●"/>
              <a:defRPr/>
            </a:lvl7pPr>
            <a:lvl8pPr marL="4876800" lvl="7" indent="-398145">
              <a:spcBef>
                <a:spcPct val="427000"/>
              </a:spcBef>
              <a:spcAft>
                <a:spcPts val="0"/>
              </a:spcAft>
              <a:buSzPts val="1100"/>
              <a:buChar char="○"/>
              <a:defRPr/>
            </a:lvl8pPr>
            <a:lvl9pPr marL="5486400" lvl="8" indent="-398145">
              <a:spcBef>
                <a:spcPct val="427000"/>
              </a:spcBef>
              <a:spcAft>
                <a:spcPts val="1600"/>
              </a:spcAft>
              <a:buSzPts val="1100"/>
              <a:buChar char="■"/>
              <a:defRPr/>
            </a:lvl9pPr>
          </a:lstStyle>
          <a:p>
            <a:endParaRPr/>
          </a:p>
        </p:txBody>
      </p:sp>
      <p:sp>
        <p:nvSpPr>
          <p:cNvPr id="62" name="Google Shape;62;p5"/>
          <p:cNvSpPr txBox="1">
            <a:spLocks noGrp="1"/>
          </p:cNvSpPr>
          <p:nvPr>
            <p:ph type="body" idx="2"/>
          </p:nvPr>
        </p:nvSpPr>
        <p:spPr>
          <a:xfrm>
            <a:off x="6184900" y="2654300"/>
            <a:ext cx="4914800" cy="3264000"/>
          </a:xfrm>
          <a:prstGeom prst="rect">
            <a:avLst/>
          </a:prstGeom>
        </p:spPr>
        <p:txBody>
          <a:bodyPr spcFirstLastPara="1" wrap="square" lIns="91425" tIns="91425" rIns="91425" bIns="91425" anchor="t" anchorCtr="0">
            <a:noAutofit/>
          </a:bodyPr>
          <a:lstStyle>
            <a:lvl1pPr marL="609600" lvl="0" indent="-414655">
              <a:spcBef>
                <a:spcPts val="0"/>
              </a:spcBef>
              <a:spcAft>
                <a:spcPts val="0"/>
              </a:spcAft>
              <a:buSzPts val="1300"/>
              <a:buChar char="●"/>
              <a:defRPr/>
            </a:lvl1pPr>
            <a:lvl2pPr marL="1219200" lvl="1" indent="-398145">
              <a:spcBef>
                <a:spcPct val="427000"/>
              </a:spcBef>
              <a:spcAft>
                <a:spcPts val="0"/>
              </a:spcAft>
              <a:buSzPts val="1100"/>
              <a:buChar char="○"/>
              <a:defRPr/>
            </a:lvl2pPr>
            <a:lvl3pPr marL="1828800" lvl="2" indent="-398145">
              <a:spcBef>
                <a:spcPct val="427000"/>
              </a:spcBef>
              <a:spcAft>
                <a:spcPts val="0"/>
              </a:spcAft>
              <a:buSzPts val="1100"/>
              <a:buChar char="■"/>
              <a:defRPr/>
            </a:lvl3pPr>
            <a:lvl4pPr marL="2438400" lvl="3" indent="-398145">
              <a:spcBef>
                <a:spcPct val="427000"/>
              </a:spcBef>
              <a:spcAft>
                <a:spcPts val="0"/>
              </a:spcAft>
              <a:buSzPts val="1100"/>
              <a:buChar char="●"/>
              <a:defRPr/>
            </a:lvl4pPr>
            <a:lvl5pPr marL="3048000" lvl="4" indent="-398145">
              <a:spcBef>
                <a:spcPct val="427000"/>
              </a:spcBef>
              <a:spcAft>
                <a:spcPts val="0"/>
              </a:spcAft>
              <a:buSzPts val="1100"/>
              <a:buChar char="○"/>
              <a:defRPr/>
            </a:lvl5pPr>
            <a:lvl6pPr marL="3657600" lvl="5" indent="-398145">
              <a:spcBef>
                <a:spcPct val="427000"/>
              </a:spcBef>
              <a:spcAft>
                <a:spcPts val="0"/>
              </a:spcAft>
              <a:buSzPts val="1100"/>
              <a:buChar char="■"/>
              <a:defRPr/>
            </a:lvl6pPr>
            <a:lvl7pPr marL="4267200" lvl="6" indent="-398145">
              <a:spcBef>
                <a:spcPct val="427000"/>
              </a:spcBef>
              <a:spcAft>
                <a:spcPts val="0"/>
              </a:spcAft>
              <a:buSzPts val="1100"/>
              <a:buChar char="●"/>
              <a:defRPr/>
            </a:lvl7pPr>
            <a:lvl8pPr marL="4876800" lvl="7" indent="-398145">
              <a:spcBef>
                <a:spcPct val="427000"/>
              </a:spcBef>
              <a:spcAft>
                <a:spcPts val="0"/>
              </a:spcAft>
              <a:buSzPts val="1100"/>
              <a:buChar char="○"/>
              <a:defRPr/>
            </a:lvl8pPr>
            <a:lvl9pPr marL="5486400" lvl="8" indent="-398145">
              <a:spcBef>
                <a:spcPct val="427000"/>
              </a:spcBef>
              <a:spcAft>
                <a:spcPts val="1600"/>
              </a:spcAft>
              <a:buSzPts val="1100"/>
              <a:buChar char="■"/>
              <a:defRPr/>
            </a:lvl9pPr>
          </a:lstStyle>
          <a:p>
            <a:endParaRPr/>
          </a:p>
        </p:txBody>
      </p:sp>
      <p:sp>
        <p:nvSpPr>
          <p:cNvPr id="63" name="Google Shape;63;p5"/>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64"/>
        <p:cNvGrpSpPr/>
        <p:nvPr/>
      </p:nvGrpSpPr>
      <p:grpSpPr>
        <a:xfrm>
          <a:off x="0" y="0"/>
          <a:ext cx="0" cy="0"/>
          <a:chOff x="0" y="0"/>
          <a:chExt cx="0" cy="0"/>
        </a:xfrm>
      </p:grpSpPr>
      <p:sp>
        <p:nvSpPr>
          <p:cNvPr id="65" name="Google Shape;65;p6"/>
          <p:cNvSpPr/>
          <p:nvPr/>
        </p:nvSpPr>
        <p:spPr>
          <a:xfrm flipH="1">
            <a:off x="4776800" y="2067600"/>
            <a:ext cx="74152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66" name="Google Shape;66;p6"/>
          <p:cNvSpPr/>
          <p:nvPr/>
        </p:nvSpPr>
        <p:spPr>
          <a:xfrm>
            <a:off x="41" y="3766000"/>
            <a:ext cx="9827200" cy="30920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67" name="Google Shape;67;p6"/>
          <p:cNvSpPr/>
          <p:nvPr/>
        </p:nvSpPr>
        <p:spPr>
          <a:xfrm>
            <a:off x="270967"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68" name="Google Shape;68;p6"/>
          <p:cNvSpPr txBox="1">
            <a:spLocks noGrp="1"/>
          </p:cNvSpPr>
          <p:nvPr>
            <p:ph type="title"/>
          </p:nvPr>
        </p:nvSpPr>
        <p:spPr>
          <a:xfrm>
            <a:off x="1092200" y="1127467"/>
            <a:ext cx="10007600" cy="12728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4000"/>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sp>
        <p:nvSpPr>
          <p:cNvPr id="69" name="Google Shape;69;p6"/>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accent3"/>
        </a:solidFill>
        <a:effectLst/>
      </p:bgPr>
    </p:bg>
    <p:spTree>
      <p:nvGrpSpPr>
        <p:cNvPr id="1" name="Shape 70"/>
        <p:cNvGrpSpPr/>
        <p:nvPr/>
      </p:nvGrpSpPr>
      <p:grpSpPr>
        <a:xfrm>
          <a:off x="0" y="0"/>
          <a:ext cx="0" cy="0"/>
          <a:chOff x="0" y="0"/>
          <a:chExt cx="0" cy="0"/>
        </a:xfrm>
      </p:grpSpPr>
      <p:sp>
        <p:nvSpPr>
          <p:cNvPr id="71" name="Google Shape;71;p7"/>
          <p:cNvSpPr/>
          <p:nvPr/>
        </p:nvSpPr>
        <p:spPr>
          <a:xfrm flipH="1">
            <a:off x="4776800" y="2067600"/>
            <a:ext cx="74152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72" name="Google Shape;72;p7"/>
          <p:cNvSpPr/>
          <p:nvPr/>
        </p:nvSpPr>
        <p:spPr>
          <a:xfrm>
            <a:off x="41" y="3766000"/>
            <a:ext cx="9827200" cy="3092000"/>
          </a:xfrm>
          <a:prstGeom prst="rtTriangl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73" name="Google Shape;73;p7"/>
          <p:cNvSpPr/>
          <p:nvPr/>
        </p:nvSpPr>
        <p:spPr>
          <a:xfrm>
            <a:off x="270967"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74" name="Google Shape;74;p7"/>
          <p:cNvSpPr txBox="1">
            <a:spLocks noGrp="1"/>
          </p:cNvSpPr>
          <p:nvPr>
            <p:ph type="title"/>
          </p:nvPr>
        </p:nvSpPr>
        <p:spPr>
          <a:xfrm>
            <a:off x="1092200" y="1127467"/>
            <a:ext cx="4945600" cy="18440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4000"/>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sp>
        <p:nvSpPr>
          <p:cNvPr id="75" name="Google Shape;75;p7"/>
          <p:cNvSpPr txBox="1">
            <a:spLocks noGrp="1"/>
          </p:cNvSpPr>
          <p:nvPr>
            <p:ph type="body" idx="1"/>
          </p:nvPr>
        </p:nvSpPr>
        <p:spPr>
          <a:xfrm>
            <a:off x="1107600" y="3092067"/>
            <a:ext cx="4945600" cy="2826400"/>
          </a:xfrm>
          <a:prstGeom prst="rect">
            <a:avLst/>
          </a:prstGeom>
        </p:spPr>
        <p:txBody>
          <a:bodyPr spcFirstLastPara="1" wrap="square" lIns="91425" tIns="91425" rIns="91425" bIns="91425" anchor="t" anchorCtr="0">
            <a:noAutofit/>
          </a:bodyPr>
          <a:lstStyle>
            <a:lvl1pPr marL="609600" lvl="0" indent="-414655">
              <a:spcBef>
                <a:spcPts val="0"/>
              </a:spcBef>
              <a:spcAft>
                <a:spcPts val="0"/>
              </a:spcAft>
              <a:buSzPts val="1300"/>
              <a:buChar char="●"/>
              <a:defRPr/>
            </a:lvl1pPr>
            <a:lvl2pPr marL="1219200" lvl="1" indent="-398145">
              <a:spcBef>
                <a:spcPct val="427000"/>
              </a:spcBef>
              <a:spcAft>
                <a:spcPts val="0"/>
              </a:spcAft>
              <a:buSzPts val="1100"/>
              <a:buChar char="○"/>
              <a:defRPr/>
            </a:lvl2pPr>
            <a:lvl3pPr marL="1828800" lvl="2" indent="-398145">
              <a:spcBef>
                <a:spcPct val="427000"/>
              </a:spcBef>
              <a:spcAft>
                <a:spcPts val="0"/>
              </a:spcAft>
              <a:buSzPts val="1100"/>
              <a:buChar char="■"/>
              <a:defRPr/>
            </a:lvl3pPr>
            <a:lvl4pPr marL="2438400" lvl="3" indent="-398145">
              <a:spcBef>
                <a:spcPct val="427000"/>
              </a:spcBef>
              <a:spcAft>
                <a:spcPts val="0"/>
              </a:spcAft>
              <a:buSzPts val="1100"/>
              <a:buChar char="●"/>
              <a:defRPr/>
            </a:lvl4pPr>
            <a:lvl5pPr marL="3048000" lvl="4" indent="-398145">
              <a:spcBef>
                <a:spcPct val="427000"/>
              </a:spcBef>
              <a:spcAft>
                <a:spcPts val="0"/>
              </a:spcAft>
              <a:buSzPts val="1100"/>
              <a:buChar char="○"/>
              <a:defRPr/>
            </a:lvl5pPr>
            <a:lvl6pPr marL="3657600" lvl="5" indent="-398145">
              <a:spcBef>
                <a:spcPct val="427000"/>
              </a:spcBef>
              <a:spcAft>
                <a:spcPts val="0"/>
              </a:spcAft>
              <a:buSzPts val="1100"/>
              <a:buChar char="■"/>
              <a:defRPr/>
            </a:lvl6pPr>
            <a:lvl7pPr marL="4267200" lvl="6" indent="-398145">
              <a:spcBef>
                <a:spcPct val="427000"/>
              </a:spcBef>
              <a:spcAft>
                <a:spcPts val="0"/>
              </a:spcAft>
              <a:buSzPts val="1100"/>
              <a:buChar char="●"/>
              <a:defRPr/>
            </a:lvl7pPr>
            <a:lvl8pPr marL="4876800" lvl="7" indent="-398145">
              <a:spcBef>
                <a:spcPct val="427000"/>
              </a:spcBef>
              <a:spcAft>
                <a:spcPts val="0"/>
              </a:spcAft>
              <a:buSzPts val="1100"/>
              <a:buChar char="○"/>
              <a:defRPr/>
            </a:lvl8pPr>
            <a:lvl9pPr marL="5486400" lvl="8" indent="-398145">
              <a:spcBef>
                <a:spcPct val="427000"/>
              </a:spcBef>
              <a:spcAft>
                <a:spcPts val="1600"/>
              </a:spcAft>
              <a:buSzPts val="1100"/>
              <a:buChar char="■"/>
              <a:defRPr/>
            </a:lvl9pPr>
          </a:lstStyle>
          <a:p>
            <a:endParaRPr/>
          </a:p>
        </p:txBody>
      </p:sp>
      <p:sp>
        <p:nvSpPr>
          <p:cNvPr id="76" name="Google Shape;76;p7"/>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1"/>
        </a:solidFill>
        <a:effectLst/>
      </p:bgPr>
    </p:bg>
    <p:spTree>
      <p:nvGrpSpPr>
        <p:cNvPr id="1" name="Shape 77"/>
        <p:cNvGrpSpPr/>
        <p:nvPr/>
      </p:nvGrpSpPr>
      <p:grpSpPr>
        <a:xfrm>
          <a:off x="0" y="0"/>
          <a:ext cx="0" cy="0"/>
          <a:chOff x="0" y="0"/>
          <a:chExt cx="0" cy="0"/>
        </a:xfrm>
      </p:grpSpPr>
      <p:sp>
        <p:nvSpPr>
          <p:cNvPr id="78" name="Google Shape;78;p8"/>
          <p:cNvSpPr/>
          <p:nvPr/>
        </p:nvSpPr>
        <p:spPr>
          <a:xfrm>
            <a:off x="0" y="3764192"/>
            <a:ext cx="9825600" cy="3089200"/>
          </a:xfrm>
          <a:prstGeom prst="rtTriangle">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79" name="Google Shape;79;p8"/>
          <p:cNvSpPr/>
          <p:nvPr/>
        </p:nvSpPr>
        <p:spPr>
          <a:xfrm flipH="1">
            <a:off x="4777613" y="2072151"/>
            <a:ext cx="7414000" cy="47860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nvGrpSpPr>
          <p:cNvPr id="80" name="Google Shape;80;p8"/>
          <p:cNvGrpSpPr/>
          <p:nvPr/>
        </p:nvGrpSpPr>
        <p:grpSpPr>
          <a:xfrm>
            <a:off x="341321" y="-157"/>
            <a:ext cx="3001796" cy="1391211"/>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sp>
        <p:nvSpPr>
          <p:cNvPr id="84" name="Google Shape;84;p8"/>
          <p:cNvSpPr/>
          <p:nvPr/>
        </p:nvSpPr>
        <p:spPr>
          <a:xfrm>
            <a:off x="270967"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nvGrpSpPr>
          <p:cNvPr id="85" name="Google Shape;85;p8"/>
          <p:cNvGrpSpPr/>
          <p:nvPr/>
        </p:nvGrpSpPr>
        <p:grpSpPr>
          <a:xfrm>
            <a:off x="46579" y="6029500"/>
            <a:ext cx="2124408" cy="822763"/>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grpSp>
        <p:nvGrpSpPr>
          <p:cNvPr id="89" name="Google Shape;89;p8"/>
          <p:cNvGrpSpPr/>
          <p:nvPr/>
        </p:nvGrpSpPr>
        <p:grpSpPr>
          <a:xfrm>
            <a:off x="7848471" y="1657"/>
            <a:ext cx="4343273" cy="1682019"/>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sp>
        <p:nvSpPr>
          <p:cNvPr id="93" name="Google Shape;93;p8"/>
          <p:cNvSpPr txBox="1">
            <a:spLocks noGrp="1"/>
          </p:cNvSpPr>
          <p:nvPr>
            <p:ph type="title"/>
          </p:nvPr>
        </p:nvSpPr>
        <p:spPr>
          <a:xfrm>
            <a:off x="1858572" y="1734861"/>
            <a:ext cx="8489200" cy="3385600"/>
          </a:xfrm>
          <a:prstGeom prst="rect">
            <a:avLst/>
          </a:prstGeom>
        </p:spPr>
        <p:txBody>
          <a:bodyPr spcFirstLastPara="1" wrap="square" lIns="91425" tIns="91425" rIns="91425" bIns="91425" anchor="ctr" anchorCtr="0">
            <a:noAutofit/>
          </a:bodyPr>
          <a:lstStyle>
            <a:lvl1pPr lvl="0" algn="ctr">
              <a:spcBef>
                <a:spcPts val="0"/>
              </a:spcBef>
              <a:spcAft>
                <a:spcPts val="0"/>
              </a:spcAft>
              <a:buSzPts val="3200"/>
              <a:buNone/>
              <a:defRPr sz="4265"/>
            </a:lvl1pPr>
            <a:lvl2pPr lvl="1" algn="ctr">
              <a:spcBef>
                <a:spcPts val="0"/>
              </a:spcBef>
              <a:spcAft>
                <a:spcPts val="0"/>
              </a:spcAft>
              <a:buSzPts val="3200"/>
              <a:buNone/>
              <a:defRPr sz="4265"/>
            </a:lvl2pPr>
            <a:lvl3pPr lvl="2" algn="ctr">
              <a:spcBef>
                <a:spcPts val="0"/>
              </a:spcBef>
              <a:spcAft>
                <a:spcPts val="0"/>
              </a:spcAft>
              <a:buSzPts val="3200"/>
              <a:buNone/>
              <a:defRPr sz="4265"/>
            </a:lvl3pPr>
            <a:lvl4pPr lvl="3" algn="ctr">
              <a:spcBef>
                <a:spcPts val="0"/>
              </a:spcBef>
              <a:spcAft>
                <a:spcPts val="0"/>
              </a:spcAft>
              <a:buSzPts val="3200"/>
              <a:buNone/>
              <a:defRPr sz="4265"/>
            </a:lvl4pPr>
            <a:lvl5pPr lvl="4" algn="ctr">
              <a:spcBef>
                <a:spcPts val="0"/>
              </a:spcBef>
              <a:spcAft>
                <a:spcPts val="0"/>
              </a:spcAft>
              <a:buSzPts val="3200"/>
              <a:buNone/>
              <a:defRPr sz="4265"/>
            </a:lvl5pPr>
            <a:lvl6pPr lvl="5" algn="ctr">
              <a:spcBef>
                <a:spcPts val="0"/>
              </a:spcBef>
              <a:spcAft>
                <a:spcPts val="0"/>
              </a:spcAft>
              <a:buSzPts val="3200"/>
              <a:buNone/>
              <a:defRPr sz="4265"/>
            </a:lvl6pPr>
            <a:lvl7pPr lvl="6" algn="ctr">
              <a:spcBef>
                <a:spcPts val="0"/>
              </a:spcBef>
              <a:spcAft>
                <a:spcPts val="0"/>
              </a:spcAft>
              <a:buSzPts val="3200"/>
              <a:buNone/>
              <a:defRPr sz="4265"/>
            </a:lvl7pPr>
            <a:lvl8pPr lvl="7" algn="ctr">
              <a:spcBef>
                <a:spcPts val="0"/>
              </a:spcBef>
              <a:spcAft>
                <a:spcPts val="0"/>
              </a:spcAft>
              <a:buSzPts val="3200"/>
              <a:buNone/>
              <a:defRPr sz="4265"/>
            </a:lvl8pPr>
            <a:lvl9pPr lvl="8" algn="ctr">
              <a:spcBef>
                <a:spcPts val="0"/>
              </a:spcBef>
              <a:spcAft>
                <a:spcPts val="0"/>
              </a:spcAft>
              <a:buSzPts val="3200"/>
              <a:buNone/>
              <a:defRPr sz="4265"/>
            </a:lvl9pPr>
          </a:lstStyle>
          <a:p>
            <a:endParaRPr/>
          </a:p>
        </p:txBody>
      </p:sp>
      <p:sp>
        <p:nvSpPr>
          <p:cNvPr id="94" name="Google Shape;94;p8"/>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95"/>
        <p:cNvGrpSpPr/>
        <p:nvPr/>
      </p:nvGrpSpPr>
      <p:grpSpPr>
        <a:xfrm>
          <a:off x="0" y="0"/>
          <a:ext cx="0" cy="0"/>
          <a:chOff x="0" y="0"/>
          <a:chExt cx="0" cy="0"/>
        </a:xfrm>
      </p:grpSpPr>
      <p:sp>
        <p:nvSpPr>
          <p:cNvPr id="96" name="Google Shape;96;p9"/>
          <p:cNvSpPr/>
          <p:nvPr/>
        </p:nvSpPr>
        <p:spPr>
          <a:xfrm flipH="1">
            <a:off x="4776800" y="2067600"/>
            <a:ext cx="7415200" cy="47904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97" name="Google Shape;97;p9"/>
          <p:cNvSpPr/>
          <p:nvPr/>
        </p:nvSpPr>
        <p:spPr>
          <a:xfrm>
            <a:off x="41" y="3766000"/>
            <a:ext cx="9827200" cy="3092000"/>
          </a:xfrm>
          <a:prstGeom prst="rtTriangle">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98" name="Google Shape;98;p9"/>
          <p:cNvSpPr/>
          <p:nvPr/>
        </p:nvSpPr>
        <p:spPr>
          <a:xfrm>
            <a:off x="270967"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99" name="Google Shape;99;p9"/>
          <p:cNvSpPr txBox="1">
            <a:spLocks noGrp="1"/>
          </p:cNvSpPr>
          <p:nvPr>
            <p:ph type="title"/>
          </p:nvPr>
        </p:nvSpPr>
        <p:spPr>
          <a:xfrm>
            <a:off x="1092200" y="1127467"/>
            <a:ext cx="8565600" cy="9400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4000"/>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sp>
        <p:nvSpPr>
          <p:cNvPr id="100" name="Google Shape;100;p9"/>
          <p:cNvSpPr txBox="1">
            <a:spLocks noGrp="1"/>
          </p:cNvSpPr>
          <p:nvPr>
            <p:ph type="subTitle" idx="1"/>
          </p:nvPr>
        </p:nvSpPr>
        <p:spPr>
          <a:xfrm>
            <a:off x="1092200" y="2067600"/>
            <a:ext cx="7813200" cy="524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None/>
              <a:defRPr sz="2135">
                <a:solidFill>
                  <a:schemeClr val="lt1"/>
                </a:solidFill>
              </a:defRPr>
            </a:lvl1pPr>
            <a:lvl2pPr lvl="1">
              <a:lnSpc>
                <a:spcPct val="100000"/>
              </a:lnSpc>
              <a:spcBef>
                <a:spcPts val="0"/>
              </a:spcBef>
              <a:spcAft>
                <a:spcPts val="0"/>
              </a:spcAft>
              <a:buClr>
                <a:schemeClr val="lt1"/>
              </a:buClr>
              <a:buSzPts val="1600"/>
              <a:buNone/>
              <a:defRPr sz="2135">
                <a:solidFill>
                  <a:schemeClr val="lt1"/>
                </a:solidFill>
              </a:defRPr>
            </a:lvl2pPr>
            <a:lvl3pPr lvl="2">
              <a:lnSpc>
                <a:spcPct val="100000"/>
              </a:lnSpc>
              <a:spcBef>
                <a:spcPts val="0"/>
              </a:spcBef>
              <a:spcAft>
                <a:spcPts val="0"/>
              </a:spcAft>
              <a:buClr>
                <a:schemeClr val="lt1"/>
              </a:buClr>
              <a:buSzPts val="1600"/>
              <a:buNone/>
              <a:defRPr sz="2135">
                <a:solidFill>
                  <a:schemeClr val="lt1"/>
                </a:solidFill>
              </a:defRPr>
            </a:lvl3pPr>
            <a:lvl4pPr lvl="3">
              <a:lnSpc>
                <a:spcPct val="100000"/>
              </a:lnSpc>
              <a:spcBef>
                <a:spcPts val="0"/>
              </a:spcBef>
              <a:spcAft>
                <a:spcPts val="0"/>
              </a:spcAft>
              <a:buClr>
                <a:schemeClr val="lt1"/>
              </a:buClr>
              <a:buSzPts val="1600"/>
              <a:buNone/>
              <a:defRPr sz="2135">
                <a:solidFill>
                  <a:schemeClr val="lt1"/>
                </a:solidFill>
              </a:defRPr>
            </a:lvl4pPr>
            <a:lvl5pPr lvl="4">
              <a:lnSpc>
                <a:spcPct val="100000"/>
              </a:lnSpc>
              <a:spcBef>
                <a:spcPts val="0"/>
              </a:spcBef>
              <a:spcAft>
                <a:spcPts val="0"/>
              </a:spcAft>
              <a:buClr>
                <a:schemeClr val="lt1"/>
              </a:buClr>
              <a:buSzPts val="1600"/>
              <a:buNone/>
              <a:defRPr sz="2135">
                <a:solidFill>
                  <a:schemeClr val="lt1"/>
                </a:solidFill>
              </a:defRPr>
            </a:lvl5pPr>
            <a:lvl6pPr lvl="5">
              <a:lnSpc>
                <a:spcPct val="100000"/>
              </a:lnSpc>
              <a:spcBef>
                <a:spcPts val="0"/>
              </a:spcBef>
              <a:spcAft>
                <a:spcPts val="0"/>
              </a:spcAft>
              <a:buClr>
                <a:schemeClr val="lt1"/>
              </a:buClr>
              <a:buSzPts val="1600"/>
              <a:buNone/>
              <a:defRPr sz="2135">
                <a:solidFill>
                  <a:schemeClr val="lt1"/>
                </a:solidFill>
              </a:defRPr>
            </a:lvl6pPr>
            <a:lvl7pPr lvl="6">
              <a:lnSpc>
                <a:spcPct val="100000"/>
              </a:lnSpc>
              <a:spcBef>
                <a:spcPts val="0"/>
              </a:spcBef>
              <a:spcAft>
                <a:spcPts val="0"/>
              </a:spcAft>
              <a:buClr>
                <a:schemeClr val="lt1"/>
              </a:buClr>
              <a:buSzPts val="1600"/>
              <a:buNone/>
              <a:defRPr sz="2135">
                <a:solidFill>
                  <a:schemeClr val="lt1"/>
                </a:solidFill>
              </a:defRPr>
            </a:lvl7pPr>
            <a:lvl8pPr lvl="7">
              <a:lnSpc>
                <a:spcPct val="100000"/>
              </a:lnSpc>
              <a:spcBef>
                <a:spcPts val="0"/>
              </a:spcBef>
              <a:spcAft>
                <a:spcPts val="0"/>
              </a:spcAft>
              <a:buClr>
                <a:schemeClr val="lt1"/>
              </a:buClr>
              <a:buSzPts val="1600"/>
              <a:buNone/>
              <a:defRPr sz="2135">
                <a:solidFill>
                  <a:schemeClr val="lt1"/>
                </a:solidFill>
              </a:defRPr>
            </a:lvl8pPr>
            <a:lvl9pPr lvl="8">
              <a:lnSpc>
                <a:spcPct val="100000"/>
              </a:lnSpc>
              <a:spcBef>
                <a:spcPts val="0"/>
              </a:spcBef>
              <a:spcAft>
                <a:spcPts val="0"/>
              </a:spcAft>
              <a:buClr>
                <a:schemeClr val="lt1"/>
              </a:buClr>
              <a:buSzPts val="1600"/>
              <a:buNone/>
              <a:defRPr sz="2135">
                <a:solidFill>
                  <a:schemeClr val="lt1"/>
                </a:solidFill>
              </a:defRPr>
            </a:lvl9pPr>
          </a:lstStyle>
          <a:p>
            <a:endParaRPr/>
          </a:p>
        </p:txBody>
      </p:sp>
      <p:sp>
        <p:nvSpPr>
          <p:cNvPr id="101" name="Google Shape;101;p9"/>
          <p:cNvSpPr txBox="1">
            <a:spLocks noGrp="1"/>
          </p:cNvSpPr>
          <p:nvPr>
            <p:ph type="body" idx="2"/>
          </p:nvPr>
        </p:nvSpPr>
        <p:spPr>
          <a:xfrm>
            <a:off x="1092200" y="3289400"/>
            <a:ext cx="7813200" cy="2794000"/>
          </a:xfrm>
          <a:prstGeom prst="rect">
            <a:avLst/>
          </a:prstGeom>
        </p:spPr>
        <p:txBody>
          <a:bodyPr spcFirstLastPara="1" wrap="square" lIns="91425" tIns="91425" rIns="91425" bIns="91425" anchor="t" anchorCtr="0">
            <a:noAutofit/>
          </a:bodyPr>
          <a:lstStyle>
            <a:lvl1pPr marL="609600" lvl="0" indent="-414655">
              <a:spcBef>
                <a:spcPts val="0"/>
              </a:spcBef>
              <a:spcAft>
                <a:spcPts val="0"/>
              </a:spcAft>
              <a:buSzPts val="1300"/>
              <a:buChar char="●"/>
              <a:defRPr/>
            </a:lvl1pPr>
            <a:lvl2pPr marL="1219200" lvl="1" indent="-398145">
              <a:spcBef>
                <a:spcPct val="427000"/>
              </a:spcBef>
              <a:spcAft>
                <a:spcPts val="0"/>
              </a:spcAft>
              <a:buSzPts val="1100"/>
              <a:buChar char="○"/>
              <a:defRPr/>
            </a:lvl2pPr>
            <a:lvl3pPr marL="1828800" lvl="2" indent="-398145">
              <a:spcBef>
                <a:spcPct val="427000"/>
              </a:spcBef>
              <a:spcAft>
                <a:spcPts val="0"/>
              </a:spcAft>
              <a:buSzPts val="1100"/>
              <a:buChar char="■"/>
              <a:defRPr/>
            </a:lvl3pPr>
            <a:lvl4pPr marL="2438400" lvl="3" indent="-398145">
              <a:spcBef>
                <a:spcPct val="427000"/>
              </a:spcBef>
              <a:spcAft>
                <a:spcPts val="0"/>
              </a:spcAft>
              <a:buSzPts val="1100"/>
              <a:buChar char="●"/>
              <a:defRPr/>
            </a:lvl4pPr>
            <a:lvl5pPr marL="3048000" lvl="4" indent="-398145">
              <a:spcBef>
                <a:spcPct val="427000"/>
              </a:spcBef>
              <a:spcAft>
                <a:spcPts val="0"/>
              </a:spcAft>
              <a:buSzPts val="1100"/>
              <a:buChar char="○"/>
              <a:defRPr/>
            </a:lvl5pPr>
            <a:lvl6pPr marL="3657600" lvl="5" indent="-398145">
              <a:spcBef>
                <a:spcPct val="427000"/>
              </a:spcBef>
              <a:spcAft>
                <a:spcPts val="0"/>
              </a:spcAft>
              <a:buSzPts val="1100"/>
              <a:buChar char="■"/>
              <a:defRPr/>
            </a:lvl6pPr>
            <a:lvl7pPr marL="4267200" lvl="6" indent="-398145">
              <a:spcBef>
                <a:spcPct val="427000"/>
              </a:spcBef>
              <a:spcAft>
                <a:spcPts val="0"/>
              </a:spcAft>
              <a:buSzPts val="1100"/>
              <a:buChar char="●"/>
              <a:defRPr/>
            </a:lvl7pPr>
            <a:lvl8pPr marL="4876800" lvl="7" indent="-398145">
              <a:spcBef>
                <a:spcPct val="427000"/>
              </a:spcBef>
              <a:spcAft>
                <a:spcPts val="0"/>
              </a:spcAft>
              <a:buSzPts val="1100"/>
              <a:buChar char="○"/>
              <a:defRPr/>
            </a:lvl8pPr>
            <a:lvl9pPr marL="5486400" lvl="8" indent="-398145">
              <a:spcBef>
                <a:spcPct val="427000"/>
              </a:spcBef>
              <a:spcAft>
                <a:spcPts val="1600"/>
              </a:spcAft>
              <a:buSzPts val="1100"/>
              <a:buChar char="■"/>
              <a:defRPr/>
            </a:lvl9pPr>
          </a:lstStyle>
          <a:p>
            <a:endParaRPr/>
          </a:p>
        </p:txBody>
      </p:sp>
      <p:sp>
        <p:nvSpPr>
          <p:cNvPr id="102" name="Google Shape;102;p9"/>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accent1"/>
        </a:solidFill>
        <a:effectLst/>
      </p:bgPr>
    </p:bg>
    <p:spTree>
      <p:nvGrpSpPr>
        <p:cNvPr id="1" name="Shape 103"/>
        <p:cNvGrpSpPr/>
        <p:nvPr/>
      </p:nvGrpSpPr>
      <p:grpSpPr>
        <a:xfrm>
          <a:off x="0" y="0"/>
          <a:ext cx="0" cy="0"/>
          <a:chOff x="0" y="0"/>
          <a:chExt cx="0" cy="0"/>
        </a:xfrm>
      </p:grpSpPr>
      <p:sp>
        <p:nvSpPr>
          <p:cNvPr id="104" name="Google Shape;104;p10"/>
          <p:cNvSpPr/>
          <p:nvPr/>
        </p:nvSpPr>
        <p:spPr>
          <a:xfrm>
            <a:off x="41" y="3766000"/>
            <a:ext cx="9827200" cy="3092000"/>
          </a:xfrm>
          <a:prstGeom prst="rtTriangle">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05" name="Google Shape;105;p10"/>
          <p:cNvSpPr/>
          <p:nvPr/>
        </p:nvSpPr>
        <p:spPr>
          <a:xfrm flipH="1">
            <a:off x="4776800" y="2067600"/>
            <a:ext cx="7415200" cy="4790400"/>
          </a:xfrm>
          <a:prstGeom prst="rtTriangl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06" name="Google Shape;106;p10"/>
          <p:cNvSpPr/>
          <p:nvPr/>
        </p:nvSpPr>
        <p:spPr>
          <a:xfrm>
            <a:off x="270967" y="275000"/>
            <a:ext cx="11650000" cy="6308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07" name="Google Shape;107;p10"/>
          <p:cNvSpPr txBox="1">
            <a:spLocks noGrp="1"/>
          </p:cNvSpPr>
          <p:nvPr>
            <p:ph type="body" idx="1"/>
          </p:nvPr>
        </p:nvSpPr>
        <p:spPr>
          <a:xfrm>
            <a:off x="437367" y="5551333"/>
            <a:ext cx="9886800" cy="806800"/>
          </a:xfrm>
          <a:prstGeom prst="rect">
            <a:avLst/>
          </a:prstGeom>
        </p:spPr>
        <p:txBody>
          <a:bodyPr spcFirstLastPara="1" wrap="square" lIns="91425" tIns="91425" rIns="91425" bIns="91425" anchor="b" anchorCtr="0">
            <a:noAutofit/>
          </a:bodyPr>
          <a:lstStyle>
            <a:lvl1pPr marL="609600" lvl="0" indent="-3048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09"/>
        <p:cNvGrpSpPr/>
        <p:nvPr/>
      </p:nvGrpSpPr>
      <p:grpSpPr>
        <a:xfrm>
          <a:off x="0" y="0"/>
          <a:ext cx="0" cy="0"/>
          <a:chOff x="0" y="0"/>
          <a:chExt cx="0" cy="0"/>
        </a:xfrm>
      </p:grpSpPr>
      <p:sp>
        <p:nvSpPr>
          <p:cNvPr id="110" name="Google Shape;110;p11"/>
          <p:cNvSpPr/>
          <p:nvPr/>
        </p:nvSpPr>
        <p:spPr>
          <a:xfrm flipH="1">
            <a:off x="7425600" y="3778767"/>
            <a:ext cx="4766400" cy="3079200"/>
          </a:xfrm>
          <a:prstGeom prst="rtTriangl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nvGrpSpPr>
          <p:cNvPr id="111" name="Google Shape;111;p11"/>
          <p:cNvGrpSpPr/>
          <p:nvPr/>
        </p:nvGrpSpPr>
        <p:grpSpPr>
          <a:xfrm>
            <a:off x="7945629" y="5492768"/>
            <a:ext cx="3361269" cy="1365553"/>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grpSp>
        <p:nvGrpSpPr>
          <p:cNvPr id="115" name="Google Shape;115;p11"/>
          <p:cNvGrpSpPr/>
          <p:nvPr/>
        </p:nvGrpSpPr>
        <p:grpSpPr>
          <a:xfrm>
            <a:off x="265532" y="3"/>
            <a:ext cx="3727219" cy="1444411"/>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5"/>
            </a:p>
          </p:txBody>
        </p:sp>
      </p:grpSp>
      <p:sp>
        <p:nvSpPr>
          <p:cNvPr id="119" name="Google Shape;119;p11"/>
          <p:cNvSpPr txBox="1">
            <a:spLocks noGrp="1"/>
          </p:cNvSpPr>
          <p:nvPr>
            <p:ph type="title" hasCustomPrompt="1"/>
          </p:nvPr>
        </p:nvSpPr>
        <p:spPr>
          <a:xfrm>
            <a:off x="1847800" y="1845133"/>
            <a:ext cx="8496400" cy="18396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2"/>
              </a:buClr>
              <a:buSzPts val="8600"/>
              <a:buNone/>
              <a:defRPr sz="11465">
                <a:solidFill>
                  <a:schemeClr val="dk2"/>
                </a:solidFill>
              </a:defRPr>
            </a:lvl1pPr>
            <a:lvl2pPr lvl="1" algn="ctr">
              <a:spcBef>
                <a:spcPts val="0"/>
              </a:spcBef>
              <a:spcAft>
                <a:spcPts val="0"/>
              </a:spcAft>
              <a:buClr>
                <a:schemeClr val="dk2"/>
              </a:buClr>
              <a:buSzPts val="8600"/>
              <a:buNone/>
              <a:defRPr sz="11465">
                <a:solidFill>
                  <a:schemeClr val="dk2"/>
                </a:solidFill>
              </a:defRPr>
            </a:lvl2pPr>
            <a:lvl3pPr lvl="2" algn="ctr">
              <a:spcBef>
                <a:spcPts val="0"/>
              </a:spcBef>
              <a:spcAft>
                <a:spcPts val="0"/>
              </a:spcAft>
              <a:buClr>
                <a:schemeClr val="dk2"/>
              </a:buClr>
              <a:buSzPts val="8600"/>
              <a:buNone/>
              <a:defRPr sz="11465">
                <a:solidFill>
                  <a:schemeClr val="dk2"/>
                </a:solidFill>
              </a:defRPr>
            </a:lvl3pPr>
            <a:lvl4pPr lvl="3" algn="ctr">
              <a:spcBef>
                <a:spcPts val="0"/>
              </a:spcBef>
              <a:spcAft>
                <a:spcPts val="0"/>
              </a:spcAft>
              <a:buClr>
                <a:schemeClr val="dk2"/>
              </a:buClr>
              <a:buSzPts val="8600"/>
              <a:buNone/>
              <a:defRPr sz="11465">
                <a:solidFill>
                  <a:schemeClr val="dk2"/>
                </a:solidFill>
              </a:defRPr>
            </a:lvl4pPr>
            <a:lvl5pPr lvl="4" algn="ctr">
              <a:spcBef>
                <a:spcPts val="0"/>
              </a:spcBef>
              <a:spcAft>
                <a:spcPts val="0"/>
              </a:spcAft>
              <a:buClr>
                <a:schemeClr val="dk2"/>
              </a:buClr>
              <a:buSzPts val="8600"/>
              <a:buNone/>
              <a:defRPr sz="11465">
                <a:solidFill>
                  <a:schemeClr val="dk2"/>
                </a:solidFill>
              </a:defRPr>
            </a:lvl5pPr>
            <a:lvl6pPr lvl="5" algn="ctr">
              <a:spcBef>
                <a:spcPts val="0"/>
              </a:spcBef>
              <a:spcAft>
                <a:spcPts val="0"/>
              </a:spcAft>
              <a:buClr>
                <a:schemeClr val="dk2"/>
              </a:buClr>
              <a:buSzPts val="8600"/>
              <a:buNone/>
              <a:defRPr sz="11465">
                <a:solidFill>
                  <a:schemeClr val="dk2"/>
                </a:solidFill>
              </a:defRPr>
            </a:lvl6pPr>
            <a:lvl7pPr lvl="6" algn="ctr">
              <a:spcBef>
                <a:spcPts val="0"/>
              </a:spcBef>
              <a:spcAft>
                <a:spcPts val="0"/>
              </a:spcAft>
              <a:buClr>
                <a:schemeClr val="dk2"/>
              </a:buClr>
              <a:buSzPts val="8600"/>
              <a:buNone/>
              <a:defRPr sz="11465">
                <a:solidFill>
                  <a:schemeClr val="dk2"/>
                </a:solidFill>
              </a:defRPr>
            </a:lvl7pPr>
            <a:lvl8pPr lvl="7" algn="ctr">
              <a:spcBef>
                <a:spcPts val="0"/>
              </a:spcBef>
              <a:spcAft>
                <a:spcPts val="0"/>
              </a:spcAft>
              <a:buClr>
                <a:schemeClr val="dk2"/>
              </a:buClr>
              <a:buSzPts val="8600"/>
              <a:buNone/>
              <a:defRPr sz="11465">
                <a:solidFill>
                  <a:schemeClr val="dk2"/>
                </a:solidFill>
              </a:defRPr>
            </a:lvl8pPr>
            <a:lvl9pPr lvl="8" algn="ctr">
              <a:spcBef>
                <a:spcPts val="0"/>
              </a:spcBef>
              <a:spcAft>
                <a:spcPts val="0"/>
              </a:spcAft>
              <a:buClr>
                <a:schemeClr val="dk2"/>
              </a:buClr>
              <a:buSzPts val="8600"/>
              <a:buNone/>
              <a:defRPr sz="11465">
                <a:solidFill>
                  <a:schemeClr val="dk2"/>
                </a:solidFill>
              </a:defRPr>
            </a:lvl9pPr>
          </a:lstStyle>
          <a:p>
            <a:r>
              <a:t>xx%</a:t>
            </a:r>
          </a:p>
        </p:txBody>
      </p:sp>
      <p:sp>
        <p:nvSpPr>
          <p:cNvPr id="120" name="Google Shape;120;p11"/>
          <p:cNvSpPr txBox="1">
            <a:spLocks noGrp="1"/>
          </p:cNvSpPr>
          <p:nvPr>
            <p:ph type="body" idx="1"/>
          </p:nvPr>
        </p:nvSpPr>
        <p:spPr>
          <a:xfrm>
            <a:off x="1847800" y="3818467"/>
            <a:ext cx="8496400" cy="854800"/>
          </a:xfrm>
          <a:prstGeom prst="rect">
            <a:avLst/>
          </a:prstGeom>
        </p:spPr>
        <p:txBody>
          <a:bodyPr spcFirstLastPara="1" wrap="square" lIns="91425" tIns="91425" rIns="91425" bIns="91425" anchor="t" anchorCtr="0">
            <a:noAutofit/>
          </a:bodyPr>
          <a:lstStyle>
            <a:lvl1pPr marL="609600" lvl="0" indent="-414655" algn="ctr">
              <a:spcBef>
                <a:spcPts val="0"/>
              </a:spcBef>
              <a:spcAft>
                <a:spcPts val="0"/>
              </a:spcAft>
              <a:buSzPts val="1300"/>
              <a:buChar char="●"/>
              <a:defRPr/>
            </a:lvl1pPr>
            <a:lvl2pPr marL="1219200" lvl="1" indent="-398145" algn="ctr">
              <a:spcBef>
                <a:spcPct val="427000"/>
              </a:spcBef>
              <a:spcAft>
                <a:spcPts val="0"/>
              </a:spcAft>
              <a:buSzPts val="1100"/>
              <a:buChar char="○"/>
              <a:defRPr/>
            </a:lvl2pPr>
            <a:lvl3pPr marL="1828800" lvl="2" indent="-398145" algn="ctr">
              <a:spcBef>
                <a:spcPct val="427000"/>
              </a:spcBef>
              <a:spcAft>
                <a:spcPts val="0"/>
              </a:spcAft>
              <a:buSzPts val="1100"/>
              <a:buChar char="■"/>
              <a:defRPr/>
            </a:lvl3pPr>
            <a:lvl4pPr marL="2438400" lvl="3" indent="-398145" algn="ctr">
              <a:spcBef>
                <a:spcPct val="427000"/>
              </a:spcBef>
              <a:spcAft>
                <a:spcPts val="0"/>
              </a:spcAft>
              <a:buSzPts val="1100"/>
              <a:buChar char="●"/>
              <a:defRPr/>
            </a:lvl4pPr>
            <a:lvl5pPr marL="3048000" lvl="4" indent="-398145" algn="ctr">
              <a:spcBef>
                <a:spcPct val="427000"/>
              </a:spcBef>
              <a:spcAft>
                <a:spcPts val="0"/>
              </a:spcAft>
              <a:buSzPts val="1100"/>
              <a:buChar char="○"/>
              <a:defRPr/>
            </a:lvl5pPr>
            <a:lvl6pPr marL="3657600" lvl="5" indent="-398145" algn="ctr">
              <a:spcBef>
                <a:spcPct val="427000"/>
              </a:spcBef>
              <a:spcAft>
                <a:spcPts val="0"/>
              </a:spcAft>
              <a:buSzPts val="1100"/>
              <a:buChar char="■"/>
              <a:defRPr/>
            </a:lvl6pPr>
            <a:lvl7pPr marL="4267200" lvl="6" indent="-398145" algn="ctr">
              <a:spcBef>
                <a:spcPct val="427000"/>
              </a:spcBef>
              <a:spcAft>
                <a:spcPts val="0"/>
              </a:spcAft>
              <a:buSzPts val="1100"/>
              <a:buChar char="●"/>
              <a:defRPr/>
            </a:lvl7pPr>
            <a:lvl8pPr marL="4876800" lvl="7" indent="-398145" algn="ctr">
              <a:spcBef>
                <a:spcPct val="427000"/>
              </a:spcBef>
              <a:spcAft>
                <a:spcPts val="0"/>
              </a:spcAft>
              <a:buSzPts val="1100"/>
              <a:buChar char="○"/>
              <a:defRPr/>
            </a:lvl8pPr>
            <a:lvl9pPr marL="5486400" lvl="8" indent="-398145" algn="ctr">
              <a:spcBef>
                <a:spcPct val="427000"/>
              </a:spcBef>
              <a:spcAft>
                <a:spcPts val="1600"/>
              </a:spcAft>
              <a:buSzPts val="1100"/>
              <a:buChar char="■"/>
              <a:defRPr/>
            </a:lvl9pPr>
          </a:lstStyle>
          <a:p>
            <a:endParaRPr/>
          </a:p>
        </p:txBody>
      </p:sp>
      <p:sp>
        <p:nvSpPr>
          <p:cNvPr id="121" name="Google Shape;121;p11"/>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11187645" y="6058224"/>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1pPr>
            <a:lvl2pPr lvl="1">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2pPr>
            <a:lvl3pPr lvl="2">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3pPr>
            <a:lvl4pPr lvl="3">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4pPr>
            <a:lvl5pPr lvl="4">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5pPr>
            <a:lvl6pPr lvl="5">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6pPr>
            <a:lvl7pPr lvl="6">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7pPr>
            <a:lvl8pPr lvl="7">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8pPr>
            <a:lvl9pPr lvl="8">
              <a:spcBef>
                <a:spcPts val="0"/>
              </a:spcBef>
              <a:spcAft>
                <a:spcPts val="0"/>
              </a:spcAft>
              <a:buClr>
                <a:schemeClr val="lt1"/>
              </a:buClr>
              <a:buSzPts val="2800"/>
              <a:buFont typeface="Nunito" panose="00000500000000000000"/>
              <a:buNone/>
              <a:defRPr sz="3735">
                <a:solidFill>
                  <a:schemeClr val="lt1"/>
                </a:solidFill>
                <a:latin typeface="Nunito" panose="00000500000000000000"/>
                <a:ea typeface="Nunito" panose="00000500000000000000"/>
                <a:cs typeface="Nunito" panose="00000500000000000000"/>
                <a:sym typeface="Nunito" panose="00000500000000000000"/>
              </a:defRPr>
            </a:lvl9pPr>
          </a:lstStyle>
          <a:p>
            <a:endParaRPr/>
          </a:p>
        </p:txBody>
      </p:sp>
      <p:sp>
        <p:nvSpPr>
          <p:cNvPr id="7" name="Google Shape;7;p1"/>
          <p:cNvSpPr txBox="1">
            <a:spLocks noGrp="1"/>
          </p:cNvSpPr>
          <p:nvPr>
            <p:ph type="body" idx="1"/>
          </p:nvPr>
        </p:nvSpPr>
        <p:spPr>
          <a:xfrm>
            <a:off x="415600" y="1536633"/>
            <a:ext cx="11360800" cy="4521600"/>
          </a:xfrm>
          <a:prstGeom prst="rect">
            <a:avLst/>
          </a:prstGeom>
          <a:noFill/>
          <a:ln>
            <a:noFill/>
          </a:ln>
        </p:spPr>
        <p:txBody>
          <a:bodyPr spcFirstLastPara="1" wrap="square" lIns="91425" tIns="91425" rIns="91425" bIns="91425" anchor="t" anchorCtr="0">
            <a:noAutofit/>
          </a:bodyPr>
          <a:lstStyle>
            <a:lvl1pPr marL="609600" lvl="0" indent="-414655">
              <a:lnSpc>
                <a:spcPct val="115000"/>
              </a:lnSpc>
              <a:spcBef>
                <a:spcPts val="0"/>
              </a:spcBef>
              <a:spcAft>
                <a:spcPts val="0"/>
              </a:spcAft>
              <a:buClr>
                <a:schemeClr val="dk2"/>
              </a:buClr>
              <a:buSzPts val="1300"/>
              <a:buFont typeface="Calibri" panose="020F0502020204030204"/>
              <a:buChar char="●"/>
              <a:defRPr sz="1735">
                <a:solidFill>
                  <a:schemeClr val="dk2"/>
                </a:solidFill>
                <a:latin typeface="Calibri" panose="020F0502020204030204"/>
                <a:ea typeface="Calibri" panose="020F0502020204030204"/>
                <a:cs typeface="Calibri" panose="020F0502020204030204"/>
                <a:sym typeface="Calibri" panose="020F0502020204030204"/>
              </a:defRPr>
            </a:lvl1pPr>
            <a:lvl2pPr marL="1219200" lvl="1" indent="-398145">
              <a:lnSpc>
                <a:spcPct val="115000"/>
              </a:lnSpc>
              <a:spcBef>
                <a:spcPct val="427000"/>
              </a:spcBef>
              <a:spcAft>
                <a:spcPts val="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2pPr>
            <a:lvl3pPr marL="1828800" lvl="2" indent="-398145">
              <a:lnSpc>
                <a:spcPct val="115000"/>
              </a:lnSpc>
              <a:spcBef>
                <a:spcPct val="427000"/>
              </a:spcBef>
              <a:spcAft>
                <a:spcPts val="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3pPr>
            <a:lvl4pPr marL="2438400" lvl="3" indent="-398145">
              <a:lnSpc>
                <a:spcPct val="115000"/>
              </a:lnSpc>
              <a:spcBef>
                <a:spcPct val="427000"/>
              </a:spcBef>
              <a:spcAft>
                <a:spcPts val="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4pPr>
            <a:lvl5pPr marL="3048000" lvl="4" indent="-398145">
              <a:lnSpc>
                <a:spcPct val="115000"/>
              </a:lnSpc>
              <a:spcBef>
                <a:spcPct val="427000"/>
              </a:spcBef>
              <a:spcAft>
                <a:spcPts val="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5pPr>
            <a:lvl6pPr marL="3657600" lvl="5" indent="-398145">
              <a:lnSpc>
                <a:spcPct val="115000"/>
              </a:lnSpc>
              <a:spcBef>
                <a:spcPct val="427000"/>
              </a:spcBef>
              <a:spcAft>
                <a:spcPts val="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6pPr>
            <a:lvl7pPr marL="4267200" lvl="6" indent="-398145">
              <a:lnSpc>
                <a:spcPct val="115000"/>
              </a:lnSpc>
              <a:spcBef>
                <a:spcPct val="427000"/>
              </a:spcBef>
              <a:spcAft>
                <a:spcPts val="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7pPr>
            <a:lvl8pPr marL="4876800" lvl="7" indent="-398145">
              <a:lnSpc>
                <a:spcPct val="115000"/>
              </a:lnSpc>
              <a:spcBef>
                <a:spcPct val="427000"/>
              </a:spcBef>
              <a:spcAft>
                <a:spcPts val="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8pPr>
            <a:lvl9pPr marL="5486400" lvl="8" indent="-398145">
              <a:lnSpc>
                <a:spcPct val="115000"/>
              </a:lnSpc>
              <a:spcBef>
                <a:spcPct val="427000"/>
              </a:spcBef>
              <a:spcAft>
                <a:spcPts val="1600"/>
              </a:spcAft>
              <a:buClr>
                <a:schemeClr val="dk2"/>
              </a:buClr>
              <a:buSzPts val="1100"/>
              <a:buFont typeface="Calibri" panose="020F0502020204030204"/>
              <a:buChar char="■"/>
              <a:defRPr sz="1465">
                <a:solidFill>
                  <a:schemeClr val="dk2"/>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8" name="Google Shape;8;p1"/>
          <p:cNvSpPr txBox="1">
            <a:spLocks noGrp="1"/>
          </p:cNvSpPr>
          <p:nvPr>
            <p:ph type="sldNum" idx="12"/>
          </p:nvPr>
        </p:nvSpPr>
        <p:spPr>
          <a:xfrm>
            <a:off x="11187645" y="6058224"/>
            <a:ext cx="731600" cy="524800"/>
          </a:xfrm>
          <a:prstGeom prst="rect">
            <a:avLst/>
          </a:prstGeom>
          <a:noFill/>
          <a:ln>
            <a:noFill/>
          </a:ln>
        </p:spPr>
        <p:txBody>
          <a:bodyPr spcFirstLastPara="1" wrap="square" lIns="91425" tIns="91425" rIns="91425" bIns="91425" anchor="ctr" anchorCtr="0">
            <a:noAutofit/>
          </a:bodyPr>
          <a:lstStyle>
            <a:lvl1pPr lvl="0" algn="r">
              <a:buNone/>
              <a:defRPr sz="1335">
                <a:solidFill>
                  <a:schemeClr val="dk2"/>
                </a:solidFill>
                <a:latin typeface="Nunito" panose="00000500000000000000"/>
                <a:ea typeface="Nunito" panose="00000500000000000000"/>
                <a:cs typeface="Nunito" panose="00000500000000000000"/>
                <a:sym typeface="Nunito" panose="00000500000000000000"/>
              </a:defRPr>
            </a:lvl1pPr>
            <a:lvl2pPr lvl="1" algn="r">
              <a:buNone/>
              <a:defRPr sz="1335">
                <a:solidFill>
                  <a:schemeClr val="dk2"/>
                </a:solidFill>
                <a:latin typeface="Nunito" panose="00000500000000000000"/>
                <a:ea typeface="Nunito" panose="00000500000000000000"/>
                <a:cs typeface="Nunito" panose="00000500000000000000"/>
                <a:sym typeface="Nunito" panose="00000500000000000000"/>
              </a:defRPr>
            </a:lvl2pPr>
            <a:lvl3pPr lvl="2" algn="r">
              <a:buNone/>
              <a:defRPr sz="1335">
                <a:solidFill>
                  <a:schemeClr val="dk2"/>
                </a:solidFill>
                <a:latin typeface="Nunito" panose="00000500000000000000"/>
                <a:ea typeface="Nunito" panose="00000500000000000000"/>
                <a:cs typeface="Nunito" panose="00000500000000000000"/>
                <a:sym typeface="Nunito" panose="00000500000000000000"/>
              </a:defRPr>
            </a:lvl3pPr>
            <a:lvl4pPr lvl="3" algn="r">
              <a:buNone/>
              <a:defRPr sz="1335">
                <a:solidFill>
                  <a:schemeClr val="dk2"/>
                </a:solidFill>
                <a:latin typeface="Nunito" panose="00000500000000000000"/>
                <a:ea typeface="Nunito" panose="00000500000000000000"/>
                <a:cs typeface="Nunito" panose="00000500000000000000"/>
                <a:sym typeface="Nunito" panose="00000500000000000000"/>
              </a:defRPr>
            </a:lvl4pPr>
            <a:lvl5pPr lvl="4" algn="r">
              <a:buNone/>
              <a:defRPr sz="1335">
                <a:solidFill>
                  <a:schemeClr val="dk2"/>
                </a:solidFill>
                <a:latin typeface="Nunito" panose="00000500000000000000"/>
                <a:ea typeface="Nunito" panose="00000500000000000000"/>
                <a:cs typeface="Nunito" panose="00000500000000000000"/>
                <a:sym typeface="Nunito" panose="00000500000000000000"/>
              </a:defRPr>
            </a:lvl5pPr>
            <a:lvl6pPr lvl="5" algn="r">
              <a:buNone/>
              <a:defRPr sz="1335">
                <a:solidFill>
                  <a:schemeClr val="dk2"/>
                </a:solidFill>
                <a:latin typeface="Nunito" panose="00000500000000000000"/>
                <a:ea typeface="Nunito" panose="00000500000000000000"/>
                <a:cs typeface="Nunito" panose="00000500000000000000"/>
                <a:sym typeface="Nunito" panose="00000500000000000000"/>
              </a:defRPr>
            </a:lvl6pPr>
            <a:lvl7pPr lvl="6" algn="r">
              <a:buNone/>
              <a:defRPr sz="1335">
                <a:solidFill>
                  <a:schemeClr val="dk2"/>
                </a:solidFill>
                <a:latin typeface="Nunito" panose="00000500000000000000"/>
                <a:ea typeface="Nunito" panose="00000500000000000000"/>
                <a:cs typeface="Nunito" panose="00000500000000000000"/>
                <a:sym typeface="Nunito" panose="00000500000000000000"/>
              </a:defRPr>
            </a:lvl7pPr>
            <a:lvl8pPr lvl="7" algn="r">
              <a:buNone/>
              <a:defRPr sz="1335">
                <a:solidFill>
                  <a:schemeClr val="dk2"/>
                </a:solidFill>
                <a:latin typeface="Nunito" panose="00000500000000000000"/>
                <a:ea typeface="Nunito" panose="00000500000000000000"/>
                <a:cs typeface="Nunito" panose="00000500000000000000"/>
                <a:sym typeface="Nunito" panose="00000500000000000000"/>
              </a:defRPr>
            </a:lvl8pPr>
            <a:lvl9pPr lvl="8" algn="r">
              <a:buNone/>
              <a:defRPr sz="1335">
                <a:solidFill>
                  <a:schemeClr val="dk2"/>
                </a:solidFill>
                <a:latin typeface="Nunito" panose="00000500000000000000"/>
                <a:ea typeface="Nunito" panose="00000500000000000000"/>
                <a:cs typeface="Nunito" panose="00000500000000000000"/>
                <a:sym typeface="Nunito" panose="00000500000000000000"/>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865"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947" y="-127847"/>
            <a:ext cx="11381740" cy="6783493"/>
          </a:xfrm>
        </p:spPr>
        <p:txBody>
          <a:bodyPr/>
          <a:lstStyle/>
          <a:p>
            <a:pPr>
              <a:lnSpc>
                <a:spcPct val="100000"/>
              </a:lnSpc>
            </a:pPr>
            <a:r>
              <a:rPr lang="en-IN" altLang="en-US" sz="2665" b="1" dirty="0">
                <a:solidFill>
                  <a:schemeClr val="bg1"/>
                </a:solidFill>
                <a:sym typeface="+mn-ea"/>
              </a:rPr>
              <a:t>       </a:t>
            </a:r>
            <a:br>
              <a:rPr lang="en-IN" altLang="en-US" sz="2665" b="1" dirty="0">
                <a:solidFill>
                  <a:schemeClr val="bg1"/>
                </a:solidFill>
                <a:sym typeface="+mn-ea"/>
              </a:rPr>
            </a:br>
            <a:r>
              <a:rPr lang="en-IN" altLang="en-US" sz="2665" b="1" dirty="0">
                <a:solidFill>
                  <a:schemeClr val="bg1"/>
                </a:solidFill>
                <a:sym typeface="+mn-ea"/>
              </a:rPr>
              <a:t> </a:t>
            </a:r>
            <a:br>
              <a:rPr lang="en-IN" altLang="en-US" sz="2665" b="1" dirty="0">
                <a:solidFill>
                  <a:schemeClr val="bg1"/>
                </a:solidFill>
                <a:sym typeface="+mn-ea"/>
              </a:rPr>
            </a:br>
            <a:r>
              <a:rPr lang="en-IN" altLang="en-US" sz="2665" b="1" dirty="0">
                <a:solidFill>
                  <a:schemeClr val="bg1"/>
                </a:solidFill>
                <a:sym typeface="+mn-ea"/>
              </a:rPr>
              <a:t>                   </a:t>
            </a:r>
            <a:br>
              <a:rPr lang="en-IN" altLang="en-US" sz="2665" b="1" dirty="0">
                <a:solidFill>
                  <a:schemeClr val="bg2"/>
                </a:solidFill>
                <a:latin typeface="Times New Roman" panose="02020603050405020304" charset="0"/>
                <a:cs typeface="Times New Roman" panose="02020603050405020304" charset="0"/>
                <a:sym typeface="+mn-ea"/>
              </a:rPr>
            </a:br>
            <a:r>
              <a:rPr lang="en-IN" altLang="en-US" b="1" dirty="0">
                <a:solidFill>
                  <a:schemeClr val="bg2"/>
                </a:solidFill>
                <a:latin typeface="Times New Roman" panose="02020603050405020304" charset="0"/>
                <a:cs typeface="Times New Roman" panose="02020603050405020304" charset="0"/>
                <a:sym typeface="+mn-ea"/>
              </a:rPr>
              <a:t>                  </a:t>
            </a:r>
            <a:r>
              <a:rPr lang="en-IN" altLang="en-US" sz="2400" b="1" dirty="0">
                <a:solidFill>
                  <a:schemeClr val="bg2"/>
                </a:solidFill>
                <a:latin typeface="Times New Roman" panose="02020603050405020304" charset="0"/>
                <a:cs typeface="Times New Roman" panose="02020603050405020304" charset="0"/>
                <a:sym typeface="+mn-ea"/>
              </a:rPr>
              <a:t>Department of Computer Science and Engineering     </a:t>
            </a:r>
            <a:br>
              <a:rPr lang="en-IN" altLang="en-US" sz="2400" b="1" dirty="0">
                <a:solidFill>
                  <a:schemeClr val="bg2"/>
                </a:solidFill>
                <a:latin typeface="Times New Roman" panose="02020603050405020304" charset="0"/>
                <a:cs typeface="Times New Roman" panose="02020603050405020304" charset="0"/>
                <a:sym typeface="+mn-ea"/>
              </a:rPr>
            </a:br>
            <a:r>
              <a:rPr lang="en-IN" altLang="en-US" sz="2400" b="1" dirty="0">
                <a:solidFill>
                  <a:schemeClr val="bg2"/>
                </a:solidFill>
                <a:latin typeface="Times New Roman" panose="02020603050405020304" charset="0"/>
                <a:cs typeface="Times New Roman" panose="02020603050405020304" charset="0"/>
                <a:sym typeface="+mn-ea"/>
              </a:rPr>
              <a:t>                                            Internship Seminar(17CS84)</a:t>
            </a:r>
            <a:br>
              <a:rPr lang="en-IN" altLang="en-US" sz="2400" b="1" dirty="0">
                <a:solidFill>
                  <a:schemeClr val="bg2"/>
                </a:solidFill>
                <a:latin typeface="Times New Roman" panose="02020603050405020304" charset="0"/>
                <a:cs typeface="Times New Roman" panose="02020603050405020304" charset="0"/>
                <a:sym typeface="+mn-ea"/>
              </a:rPr>
            </a:br>
            <a:r>
              <a:rPr lang="en-IN" altLang="en-US" sz="2400" b="1" dirty="0">
                <a:solidFill>
                  <a:schemeClr val="bg2"/>
                </a:solidFill>
                <a:latin typeface="Times New Roman" panose="02020603050405020304" charset="0"/>
                <a:cs typeface="Times New Roman" panose="02020603050405020304" charset="0"/>
                <a:sym typeface="+mn-ea"/>
              </a:rPr>
              <a:t>                                                              on</a:t>
            </a:r>
            <a:br>
              <a:rPr lang="en-IN" altLang="en-US" b="1" dirty="0">
                <a:solidFill>
                  <a:schemeClr val="bg2"/>
                </a:solidFill>
                <a:latin typeface="Times New Roman" panose="02020603050405020304" charset="0"/>
                <a:cs typeface="Times New Roman" panose="02020603050405020304" charset="0"/>
                <a:sym typeface="+mn-ea"/>
              </a:rPr>
            </a:br>
            <a:r>
              <a:rPr lang="en-IN" altLang="en-US" b="1" dirty="0">
                <a:solidFill>
                  <a:schemeClr val="bg2"/>
                </a:solidFill>
                <a:latin typeface="Times New Roman" panose="02020603050405020304" charset="0"/>
                <a:cs typeface="Times New Roman" panose="02020603050405020304" charset="0"/>
                <a:sym typeface="+mn-ea"/>
              </a:rPr>
              <a:t>            </a:t>
            </a:r>
            <a:r>
              <a:rPr lang="en-IN" altLang="en-US" sz="2665" b="1" dirty="0">
                <a:solidFill>
                  <a:schemeClr val="bg2"/>
                </a:solidFill>
                <a:latin typeface="Times New Roman" panose="02020603050405020304" charset="0"/>
                <a:cs typeface="Times New Roman" panose="02020603050405020304" charset="0"/>
                <a:sym typeface="+mn-ea"/>
              </a:rPr>
              <a:t>Secure And Interactive Online Cab Booking Portal Using</a:t>
            </a:r>
            <a:br>
              <a:rPr lang="en-IN" altLang="en-US" sz="2665" b="1" dirty="0">
                <a:solidFill>
                  <a:schemeClr val="bg2"/>
                </a:solidFill>
                <a:latin typeface="Times New Roman" panose="02020603050405020304" charset="0"/>
                <a:cs typeface="Times New Roman" panose="02020603050405020304" charset="0"/>
                <a:sym typeface="+mn-ea"/>
              </a:rPr>
            </a:br>
            <a:r>
              <a:rPr lang="en-IN" altLang="en-US" sz="2665" b="1" dirty="0">
                <a:solidFill>
                  <a:schemeClr val="bg2"/>
                </a:solidFill>
                <a:latin typeface="Times New Roman" panose="02020603050405020304" charset="0"/>
                <a:cs typeface="Times New Roman" panose="02020603050405020304" charset="0"/>
                <a:sym typeface="+mn-ea"/>
              </a:rPr>
              <a:t>                               Springs MVC Framework and Hibernate                                                                                                                                                                 </a:t>
            </a:r>
            <a:r>
              <a:rPr lang="en-IN" altLang="en-US" sz="3200" b="1" dirty="0">
                <a:solidFill>
                  <a:schemeClr val="bg2"/>
                </a:solidFill>
                <a:latin typeface="Times New Roman" panose="02020603050405020304" charset="0"/>
                <a:cs typeface="Times New Roman" panose="02020603050405020304" charset="0"/>
                <a:sym typeface="+mn-ea"/>
              </a:rPr>
              <a:t>              </a:t>
            </a:r>
            <a:br>
              <a:rPr lang="en-IN" altLang="en-US" sz="3200" b="1" dirty="0">
                <a:solidFill>
                  <a:schemeClr val="bg2"/>
                </a:solidFill>
                <a:latin typeface="Times New Roman" panose="02020603050405020304" charset="0"/>
                <a:cs typeface="Times New Roman" panose="02020603050405020304" charset="0"/>
                <a:sym typeface="+mn-ea"/>
              </a:rPr>
            </a:br>
            <a:br>
              <a:rPr lang="en-IN" altLang="en-US" sz="2665" b="1" dirty="0">
                <a:solidFill>
                  <a:schemeClr val="bg2"/>
                </a:solidFill>
                <a:latin typeface="Times New Roman" panose="02020603050405020304" charset="0"/>
                <a:cs typeface="Times New Roman" panose="02020603050405020304" charset="0"/>
                <a:sym typeface="+mn-ea"/>
              </a:rPr>
            </a:br>
            <a:r>
              <a:rPr lang="en-IN" altLang="en-US" sz="2665" b="1" dirty="0">
                <a:solidFill>
                  <a:schemeClr val="bg2"/>
                </a:solidFill>
                <a:latin typeface="Times New Roman" panose="02020603050405020304" charset="0"/>
                <a:cs typeface="Times New Roman" panose="02020603050405020304" charset="0"/>
                <a:sym typeface="+mn-ea"/>
              </a:rPr>
              <a:t> </a:t>
            </a:r>
            <a:br>
              <a:rPr lang="en-IN" altLang="en-US" sz="2665" b="1" dirty="0">
                <a:solidFill>
                  <a:schemeClr val="bg2"/>
                </a:solidFill>
                <a:latin typeface="Times New Roman" panose="02020603050405020304" charset="0"/>
                <a:cs typeface="Times New Roman" panose="02020603050405020304" charset="0"/>
                <a:sym typeface="+mn-ea"/>
              </a:rPr>
            </a:br>
            <a:r>
              <a:rPr lang="en-IN" altLang="en-US" sz="2665" b="1" dirty="0">
                <a:solidFill>
                  <a:schemeClr val="bg2"/>
                </a:solidFill>
                <a:latin typeface="Times New Roman" panose="02020603050405020304" charset="0"/>
                <a:cs typeface="Times New Roman" panose="02020603050405020304" charset="0"/>
                <a:sym typeface="+mn-ea"/>
              </a:rPr>
              <a:t>  </a:t>
            </a:r>
            <a:r>
              <a:rPr lang="en-IN" altLang="en-US" sz="2000" b="1" u="sng" dirty="0">
                <a:solidFill>
                  <a:schemeClr val="bg2"/>
                </a:solidFill>
                <a:latin typeface="Times New Roman" panose="02020603050405020304" charset="0"/>
                <a:cs typeface="Times New Roman" panose="02020603050405020304" charset="0"/>
                <a:sym typeface="+mn-ea"/>
              </a:rPr>
              <a:t>INTERNAL GUIDE </a:t>
            </a:r>
            <a:r>
              <a:rPr lang="en-IN" altLang="en-US" sz="2000" b="1" dirty="0">
                <a:solidFill>
                  <a:schemeClr val="bg2"/>
                </a:solidFill>
                <a:latin typeface="Times New Roman" panose="02020603050405020304" charset="0"/>
                <a:cs typeface="Times New Roman" panose="02020603050405020304" charset="0"/>
                <a:sym typeface="+mn-ea"/>
              </a:rPr>
              <a:t>                         </a:t>
            </a:r>
            <a:r>
              <a:rPr lang="en-IN" altLang="en-US" sz="2000" b="1" u="sng" dirty="0">
                <a:solidFill>
                  <a:schemeClr val="bg2"/>
                </a:solidFill>
                <a:latin typeface="Times New Roman" panose="02020603050405020304" charset="0"/>
                <a:cs typeface="Times New Roman" panose="02020603050405020304" charset="0"/>
                <a:sym typeface="+mn-ea"/>
              </a:rPr>
              <a:t>EXTERNAL GUIDE</a:t>
            </a:r>
            <a:r>
              <a:rPr lang="en-IN" altLang="en-US" sz="2000" b="1" dirty="0">
                <a:solidFill>
                  <a:schemeClr val="bg2"/>
                </a:solidFill>
                <a:latin typeface="Times New Roman" panose="02020603050405020304" charset="0"/>
                <a:cs typeface="Times New Roman" panose="02020603050405020304" charset="0"/>
                <a:sym typeface="+mn-ea"/>
              </a:rPr>
              <a:t>                    </a:t>
            </a:r>
            <a:r>
              <a:rPr lang="en-IN" altLang="en-US" sz="2000" b="1" u="sng" dirty="0">
                <a:solidFill>
                  <a:schemeClr val="bg2"/>
                </a:solidFill>
                <a:latin typeface="Times New Roman" panose="02020603050405020304" charset="0"/>
                <a:cs typeface="Times New Roman" panose="02020603050405020304" charset="0"/>
                <a:sym typeface="+mn-ea"/>
              </a:rPr>
              <a:t>PRESENTED BY </a:t>
            </a:r>
            <a:r>
              <a:rPr lang="en-IN" altLang="en-US" sz="2000" b="1" dirty="0">
                <a:solidFill>
                  <a:schemeClr val="bg2"/>
                </a:solidFill>
                <a:latin typeface="Times New Roman" panose="02020603050405020304" charset="0"/>
                <a:cs typeface="Times New Roman" panose="02020603050405020304" charset="0"/>
                <a:sym typeface="+mn-ea"/>
              </a:rPr>
              <a:t>                                  Mrs. Priyanka </a:t>
            </a:r>
            <a:r>
              <a:rPr lang="en-IN" altLang="en-US" sz="2000" b="1" dirty="0" err="1">
                <a:solidFill>
                  <a:schemeClr val="bg2"/>
                </a:solidFill>
                <a:latin typeface="Times New Roman" panose="02020603050405020304" charset="0"/>
                <a:cs typeface="Times New Roman" panose="02020603050405020304" charset="0"/>
                <a:sym typeface="+mn-ea"/>
              </a:rPr>
              <a:t>Padki</a:t>
            </a:r>
            <a:r>
              <a:rPr lang="en-IN" altLang="en-US" sz="2000" b="1" dirty="0">
                <a:solidFill>
                  <a:schemeClr val="bg2"/>
                </a:solidFill>
                <a:latin typeface="Times New Roman" panose="02020603050405020304" charset="0"/>
                <a:cs typeface="Times New Roman" panose="02020603050405020304" charset="0"/>
                <a:sym typeface="+mn-ea"/>
              </a:rPr>
              <a:t>                                Mr. Chaitanya                         R Narendranath Reddy</a:t>
            </a:r>
            <a:br>
              <a:rPr lang="en-IN" altLang="en-US" sz="2000" b="1" dirty="0">
                <a:solidFill>
                  <a:schemeClr val="bg2"/>
                </a:solidFill>
                <a:latin typeface="Times New Roman" panose="02020603050405020304" charset="0"/>
                <a:cs typeface="Times New Roman" panose="02020603050405020304" charset="0"/>
                <a:sym typeface="+mn-ea"/>
              </a:rPr>
            </a:br>
            <a:r>
              <a:rPr lang="en-IN" altLang="en-US" sz="2000" b="1" dirty="0">
                <a:solidFill>
                  <a:schemeClr val="bg2"/>
                </a:solidFill>
                <a:latin typeface="Times New Roman" panose="02020603050405020304" charset="0"/>
                <a:cs typeface="Times New Roman" panose="02020603050405020304" charset="0"/>
                <a:sym typeface="+mn-ea"/>
              </a:rPr>
              <a:t> Assistant Professor,                                 Technical Head,                       1BG17CS075  </a:t>
            </a:r>
            <a:br>
              <a:rPr lang="en-IN" altLang="en-US" sz="2000" b="1" dirty="0">
                <a:solidFill>
                  <a:schemeClr val="bg2"/>
                </a:solidFill>
                <a:latin typeface="Times New Roman" panose="02020603050405020304" charset="0"/>
                <a:cs typeface="Times New Roman" panose="02020603050405020304" charset="0"/>
                <a:sym typeface="+mn-ea"/>
              </a:rPr>
            </a:br>
            <a:r>
              <a:rPr lang="en-IN" altLang="en-US" sz="2000" b="1" dirty="0">
                <a:solidFill>
                  <a:schemeClr val="bg2"/>
                </a:solidFill>
                <a:latin typeface="Times New Roman" panose="02020603050405020304" charset="0"/>
                <a:cs typeface="Times New Roman" panose="02020603050405020304" charset="0"/>
                <a:sym typeface="+mn-ea"/>
              </a:rPr>
              <a:t>Dept of CSE, BNMIT               Glisten Project Solutions Pvt Ltd          8B CSE                                          </a:t>
            </a:r>
            <a:br>
              <a:rPr lang="en-IN" altLang="en-US" sz="2000" b="1" dirty="0">
                <a:solidFill>
                  <a:schemeClr val="bg2"/>
                </a:solidFill>
                <a:latin typeface="Times New Roman" panose="02020603050405020304" charset="0"/>
                <a:cs typeface="Times New Roman" panose="02020603050405020304" charset="0"/>
                <a:sym typeface="+mn-ea"/>
              </a:rPr>
            </a:br>
            <a:r>
              <a:rPr lang="en-IN" altLang="en-US" sz="2000" b="1" dirty="0">
                <a:solidFill>
                  <a:schemeClr val="bg2"/>
                </a:solidFill>
                <a:latin typeface="Times New Roman" panose="02020603050405020304" charset="0"/>
                <a:cs typeface="Times New Roman" panose="02020603050405020304" charset="0"/>
                <a:sym typeface="+mn-ea"/>
              </a:rPr>
              <a:t>       Bangalore                                                </a:t>
            </a:r>
            <a:r>
              <a:rPr lang="en-IN" altLang="en-US" sz="2000" b="1" dirty="0" err="1">
                <a:solidFill>
                  <a:schemeClr val="bg2"/>
                </a:solidFill>
                <a:latin typeface="Times New Roman" panose="02020603050405020304" charset="0"/>
                <a:cs typeface="Times New Roman" panose="02020603050405020304" charset="0"/>
                <a:sym typeface="+mn-ea"/>
              </a:rPr>
              <a:t>Bangalore</a:t>
            </a:r>
            <a:r>
              <a:rPr lang="en-IN" altLang="en-US" sz="2000" b="1" dirty="0">
                <a:solidFill>
                  <a:schemeClr val="bg2"/>
                </a:solidFill>
                <a:latin typeface="Times New Roman" panose="02020603050405020304" charset="0"/>
                <a:cs typeface="Times New Roman" panose="02020603050405020304" charset="0"/>
                <a:sym typeface="+mn-ea"/>
              </a:rPr>
              <a:t>                            Date:05/06/2021</a:t>
            </a:r>
            <a:br>
              <a:rPr lang="en-IN" altLang="en-US" sz="2400" b="1" dirty="0">
                <a:solidFill>
                  <a:schemeClr val="bg2"/>
                </a:solidFill>
                <a:latin typeface="Times New Roman" panose="02020603050405020304" charset="0"/>
                <a:cs typeface="Times New Roman" panose="02020603050405020304" charset="0"/>
                <a:sym typeface="+mn-ea"/>
              </a:rPr>
            </a:br>
            <a:r>
              <a:rPr lang="en-IN" altLang="en-US" sz="2400" b="1" dirty="0">
                <a:solidFill>
                  <a:schemeClr val="bg2"/>
                </a:solidFill>
                <a:latin typeface="Times New Roman" panose="02020603050405020304" charset="0"/>
                <a:cs typeface="Times New Roman" panose="02020603050405020304" charset="0"/>
                <a:sym typeface="+mn-ea"/>
              </a:rPr>
              <a:t>                                                                  </a:t>
            </a:r>
            <a:r>
              <a:rPr lang="en-IN" altLang="en-US" sz="2665" b="1" dirty="0">
                <a:solidFill>
                  <a:schemeClr val="bg2"/>
                </a:solidFill>
                <a:latin typeface="Times New Roman" panose="02020603050405020304" charset="0"/>
                <a:cs typeface="Times New Roman" panose="02020603050405020304" charset="0"/>
                <a:sym typeface="+mn-ea"/>
              </a:rPr>
              <a:t>  </a:t>
            </a:r>
            <a:r>
              <a:rPr lang="en-IN" altLang="en-US" sz="3200" b="1" dirty="0">
                <a:solidFill>
                  <a:schemeClr val="bg2"/>
                </a:solidFill>
                <a:latin typeface="Times New Roman" panose="02020603050405020304" charset="0"/>
                <a:cs typeface="Times New Roman" panose="02020603050405020304" charset="0"/>
                <a:sym typeface="+mn-ea"/>
              </a:rPr>
              <a:t>                              </a:t>
            </a:r>
            <a:br>
              <a:rPr lang="en-IN" altLang="en-US" sz="3200" b="1" dirty="0">
                <a:solidFill>
                  <a:schemeClr val="bg2"/>
                </a:solidFill>
                <a:latin typeface="Times New Roman" panose="02020603050405020304" charset="0"/>
                <a:cs typeface="Times New Roman" panose="02020603050405020304" charset="0"/>
                <a:sym typeface="+mn-ea"/>
              </a:rPr>
            </a:br>
            <a:br>
              <a:rPr lang="en-IN" altLang="en-US" b="1" dirty="0">
                <a:solidFill>
                  <a:schemeClr val="bg2"/>
                </a:solidFill>
                <a:sym typeface="+mn-ea"/>
              </a:rPr>
            </a:br>
            <a:br>
              <a:rPr lang="en-IN" altLang="en-US" b="1" dirty="0">
                <a:solidFill>
                  <a:schemeClr val="bg2"/>
                </a:solidFill>
                <a:sym typeface="+mn-ea"/>
              </a:rPr>
            </a:br>
            <a:br>
              <a:rPr lang="en-IN" altLang="en-US" b="1" dirty="0">
                <a:solidFill>
                  <a:schemeClr val="bg2"/>
                </a:solidFill>
                <a:sym typeface="+mn-ea"/>
              </a:rPr>
            </a:br>
            <a:br>
              <a:rPr lang="en-IN" altLang="en-US" b="1" dirty="0">
                <a:solidFill>
                  <a:schemeClr val="bg2"/>
                </a:solidFill>
                <a:sym typeface="+mn-ea"/>
              </a:rPr>
            </a:br>
            <a:endParaRPr lang="en-IN" altLang="en-US" b="1" dirty="0">
              <a:solidFill>
                <a:schemeClr val="bg2"/>
              </a:solidFill>
              <a:sym typeface="+mn-ea"/>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z="1780">
                <a:latin typeface="Times New Roman" panose="02020603050405020304" charset="0"/>
                <a:cs typeface="Times New Roman" panose="02020603050405020304" charset="0"/>
              </a:rPr>
              <a:t>1</a:t>
            </a:fld>
            <a:endParaRPr lang="en-GB" sz="1780">
              <a:latin typeface="Times New Roman" panose="02020603050405020304" charset="0"/>
              <a:cs typeface="Times New Roman" panose="02020603050405020304" charset="0"/>
            </a:endParaRPr>
          </a:p>
        </p:txBody>
      </p:sp>
      <p:pic>
        <p:nvPicPr>
          <p:cNvPr id="55" name="Picture 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17220" y="425450"/>
            <a:ext cx="1553845" cy="1751330"/>
          </a:xfrm>
          <a:prstGeom prst="rect">
            <a:avLst/>
          </a:prstGeom>
          <a:noFill/>
        </p:spPr>
      </p:pic>
      <p:pic>
        <p:nvPicPr>
          <p:cNvPr id="3" name="Picture -2147482612"/>
          <p:cNvPicPr>
            <a:picLocks noChangeAspect="1"/>
          </p:cNvPicPr>
          <p:nvPr/>
        </p:nvPicPr>
        <p:blipFill>
          <a:blip r:embed="rId3"/>
          <a:srcRect b="12583"/>
          <a:stretch>
            <a:fillRect/>
          </a:stretch>
        </p:blipFill>
        <p:spPr>
          <a:xfrm>
            <a:off x="9792547" y="303107"/>
            <a:ext cx="2009140" cy="1873673"/>
          </a:xfrm>
          <a:prstGeom prst="rect">
            <a:avLst/>
          </a:prstGeom>
          <a:noFill/>
          <a:ln w="9525">
            <a:noFill/>
          </a:ln>
        </p:spPr>
      </p:pic>
      <p:sp>
        <p:nvSpPr>
          <p:cNvPr id="100" name="Text Box 99"/>
          <p:cNvSpPr txBox="1"/>
          <p:nvPr/>
        </p:nvSpPr>
        <p:spPr>
          <a:xfrm>
            <a:off x="2170853" y="680720"/>
            <a:ext cx="7880773" cy="769441"/>
          </a:xfrm>
          <a:prstGeom prst="rect">
            <a:avLst/>
          </a:prstGeom>
          <a:noFill/>
          <a:ln w="9525">
            <a:noFill/>
          </a:ln>
        </p:spPr>
        <p:txBody>
          <a:bodyPr wrap="square">
            <a:spAutoFit/>
          </a:bodyPr>
          <a:lstStyle/>
          <a:p>
            <a:pPr marL="0" indent="0"/>
            <a:r>
              <a:rPr lang="en-US" sz="4400" b="1" dirty="0">
                <a:solidFill>
                  <a:srgbClr val="F79646"/>
                </a:solidFill>
                <a:latin typeface="English111 Vivace BT" panose="03030702030607090B03" charset="0"/>
                <a:cs typeface="MS Mincho" charset="0"/>
              </a:rPr>
              <a:t>  B.N.M. Institute of </a:t>
            </a:r>
            <a:r>
              <a:rPr lang="en-IN" altLang="en-US" sz="4400" b="1" dirty="0">
                <a:solidFill>
                  <a:srgbClr val="F79646"/>
                </a:solidFill>
                <a:latin typeface="English111 Vivace BT" panose="03030702030607090B03" charset="0"/>
                <a:cs typeface="MS Mincho" charset="0"/>
              </a:rPr>
              <a:t>T</a:t>
            </a:r>
            <a:r>
              <a:rPr lang="en-US" sz="4400" b="1" dirty="0" err="1">
                <a:solidFill>
                  <a:srgbClr val="F79646"/>
                </a:solidFill>
                <a:latin typeface="English111 Vivace BT" panose="03030702030607090B03" charset="0"/>
                <a:cs typeface="MS Mincho" charset="0"/>
              </a:rPr>
              <a:t>echnology</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200" y="813777"/>
            <a:ext cx="10007600" cy="1272800"/>
          </a:xfrm>
        </p:spPr>
        <p:txBody>
          <a:bodyPr/>
          <a:lstStyle/>
          <a:p>
            <a:pPr algn="ctr"/>
            <a:r>
              <a:rPr lang="en-IN" altLang="en-US" b="1" dirty="0">
                <a:latin typeface="Times New Roman" panose="02020603050405020304" charset="0"/>
                <a:cs typeface="Times New Roman" panose="02020603050405020304" charset="0"/>
              </a:rPr>
              <a:t>AGENDA</a:t>
            </a:r>
          </a:p>
        </p:txBody>
      </p:sp>
      <p:sp>
        <p:nvSpPr>
          <p:cNvPr id="3" name="Text Placeholder 2"/>
          <p:cNvSpPr>
            <a:spLocks noGrp="1"/>
          </p:cNvSpPr>
          <p:nvPr>
            <p:ph type="body" idx="1"/>
          </p:nvPr>
        </p:nvSpPr>
        <p:spPr>
          <a:xfrm>
            <a:off x="1092200" y="1468755"/>
            <a:ext cx="10007600" cy="3264000"/>
          </a:xfrm>
        </p:spPr>
        <p:txBody>
          <a:bodyPr/>
          <a:lstStyle/>
          <a:p>
            <a:pPr marL="194945" indent="0">
              <a:buFont typeface="Wingdings" panose="05000000000000000000" charset="0"/>
              <a:buNone/>
            </a:pPr>
            <a:r>
              <a:rPr lang="en-IN" altLang="en-US" dirty="0"/>
              <a:t> </a:t>
            </a:r>
          </a:p>
          <a:p>
            <a:pPr>
              <a:buFont typeface="Wingdings" panose="05000000000000000000" charset="0"/>
              <a:buChar char="Ø"/>
            </a:pPr>
            <a:r>
              <a:rPr lang="en-IN" altLang="en-US" sz="2800" dirty="0">
                <a:latin typeface="Times New Roman" panose="02020603050405020304" charset="0"/>
                <a:cs typeface="Times New Roman" panose="02020603050405020304" charset="0"/>
              </a:rPr>
              <a:t>Company Profile</a:t>
            </a:r>
          </a:p>
          <a:p>
            <a:pPr>
              <a:buFont typeface="Wingdings" panose="05000000000000000000" charset="0"/>
              <a:buChar char="Ø"/>
            </a:pPr>
            <a:r>
              <a:rPr lang="en-IN" altLang="en-US" sz="2800" dirty="0">
                <a:latin typeface="Times New Roman" panose="02020603050405020304" charset="0"/>
                <a:cs typeface="Times New Roman" panose="02020603050405020304" charset="0"/>
              </a:rPr>
              <a:t>Objective </a:t>
            </a:r>
          </a:p>
          <a:p>
            <a:pPr>
              <a:buFont typeface="Wingdings" panose="05000000000000000000" charset="0"/>
              <a:buChar char="Ø"/>
            </a:pPr>
            <a:r>
              <a:rPr lang="en-IN" altLang="en-US" sz="2800" dirty="0">
                <a:latin typeface="Times New Roman" panose="02020603050405020304" charset="0"/>
                <a:cs typeface="Times New Roman" panose="02020603050405020304" charset="0"/>
              </a:rPr>
              <a:t>Introduction</a:t>
            </a:r>
          </a:p>
          <a:p>
            <a:pPr>
              <a:buFont typeface="Wingdings" panose="05000000000000000000" charset="0"/>
              <a:buChar char="Ø"/>
            </a:pPr>
            <a:r>
              <a:rPr lang="en-IN" altLang="en-US" sz="2800" dirty="0">
                <a:latin typeface="Times New Roman" panose="02020603050405020304" charset="0"/>
                <a:cs typeface="Times New Roman" panose="02020603050405020304" charset="0"/>
              </a:rPr>
              <a:t>Project Task</a:t>
            </a:r>
          </a:p>
          <a:p>
            <a:pPr>
              <a:buFont typeface="Wingdings" panose="05000000000000000000" charset="0"/>
              <a:buChar char="Ø"/>
            </a:pPr>
            <a:r>
              <a:rPr lang="en-IN" altLang="en-US" sz="2800" dirty="0">
                <a:latin typeface="Times New Roman" panose="02020603050405020304" charset="0"/>
                <a:cs typeface="Times New Roman" panose="02020603050405020304" charset="0"/>
              </a:rPr>
              <a:t>Technology Stack</a:t>
            </a:r>
          </a:p>
          <a:p>
            <a:pPr>
              <a:buFont typeface="Wingdings" panose="05000000000000000000" charset="0"/>
              <a:buChar char="Ø"/>
            </a:pPr>
            <a:r>
              <a:rPr lang="en-IN" altLang="en-US" sz="2800" dirty="0">
                <a:latin typeface="Times New Roman" panose="02020603050405020304" charset="0"/>
                <a:cs typeface="Times New Roman" panose="02020603050405020304" charset="0"/>
              </a:rPr>
              <a:t>Results and Impact</a:t>
            </a:r>
          </a:p>
          <a:p>
            <a:pPr>
              <a:buFont typeface="Wingdings" panose="05000000000000000000" charset="0"/>
              <a:buChar char="Ø"/>
            </a:pPr>
            <a:r>
              <a:rPr lang="en-IN" altLang="en-US" sz="2800" dirty="0">
                <a:latin typeface="Times New Roman" panose="02020603050405020304" charset="0"/>
                <a:cs typeface="Times New Roman" panose="02020603050405020304" charset="0"/>
              </a:rPr>
              <a:t>Conclusion</a:t>
            </a:r>
          </a:p>
          <a:p>
            <a:pPr>
              <a:buFont typeface="Wingdings" panose="05000000000000000000" charset="0"/>
              <a:buChar char="Ø"/>
            </a:pPr>
            <a:endParaRPr lang="en-IN" altLang="en-US" sz="2800" dirty="0">
              <a:latin typeface="Times New Roman" panose="02020603050405020304" charset="0"/>
              <a:cs typeface="Times New Roman" panose="0202060305040502030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4785" y="512787"/>
            <a:ext cx="10007600" cy="1272800"/>
          </a:xfrm>
        </p:spPr>
        <p:txBody>
          <a:bodyPr/>
          <a:lstStyle/>
          <a:p>
            <a:pPr algn="ctr"/>
            <a:r>
              <a:rPr lang="en-IN" altLang="en-US" b="1" dirty="0">
                <a:latin typeface="Times New Roman" panose="02020603050405020304" charset="0"/>
                <a:cs typeface="Times New Roman" panose="02020603050405020304" charset="0"/>
              </a:rPr>
              <a:t>COMPANY PROFILE</a:t>
            </a:r>
          </a:p>
        </p:txBody>
      </p:sp>
      <p:sp>
        <p:nvSpPr>
          <p:cNvPr id="3" name="Text Placeholder 2"/>
          <p:cNvSpPr>
            <a:spLocks noGrp="1"/>
          </p:cNvSpPr>
          <p:nvPr>
            <p:ph type="body" idx="1"/>
          </p:nvPr>
        </p:nvSpPr>
        <p:spPr>
          <a:xfrm>
            <a:off x="397510" y="1480820"/>
            <a:ext cx="10007600" cy="4728210"/>
          </a:xfrm>
        </p:spPr>
        <p:txBody>
          <a:bodyPr/>
          <a:lstStyle/>
          <a:p>
            <a:r>
              <a:rPr lang="en-US" dirty="0">
                <a:latin typeface="Times New Roman" panose="02020603050405020304" pitchFamily="18" charset="0"/>
                <a:cs typeface="Times New Roman" panose="02020603050405020304" pitchFamily="18" charset="0"/>
              </a:rPr>
              <a:t>Glisten Education(GE) is one of the leading training institutes </a:t>
            </a:r>
            <a:r>
              <a:rPr lang="en-IN" altLang="en-US" dirty="0">
                <a:latin typeface="Times New Roman" panose="02020603050405020304" pitchFamily="18" charset="0"/>
                <a:cs typeface="Times New Roman" panose="02020603050405020304" pitchFamily="18" charset="0"/>
              </a:rPr>
              <a:t>and tops in the list of IT Educational Companies.</a:t>
            </a:r>
          </a:p>
          <a:p>
            <a:pPr marL="194945" indent="0">
              <a:buNone/>
            </a:pPr>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Glisten Projects is incepted in the year 2011, by a team of highly qualified technocrats with a vast experience in Electronic System Design &amp; Sales in Techno-Commercial field and other Industries as well.</a:t>
            </a:r>
          </a:p>
          <a:p>
            <a:pPr marL="194945" indent="0">
              <a:buNone/>
            </a:pPr>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Vision:</a:t>
            </a:r>
          </a:p>
          <a:p>
            <a:pPr marL="194945" indent="0">
              <a:buNone/>
            </a:pPr>
            <a:r>
              <a:rPr lang="en-IN" altLang="en-US" dirty="0">
                <a:latin typeface="Times New Roman" panose="02020603050405020304" pitchFamily="18" charset="0"/>
                <a:cs typeface="Times New Roman" panose="02020603050405020304" pitchFamily="18" charset="0"/>
              </a:rPr>
              <a:t>        Be a globally recognized training Institute in the field of Engineering and Information</a:t>
            </a:r>
          </a:p>
          <a:p>
            <a:pPr marL="194945" indent="0">
              <a:buNone/>
            </a:pPr>
            <a:r>
              <a:rPr lang="en-IN" altLang="en-US" dirty="0">
                <a:latin typeface="Times New Roman" panose="02020603050405020304" pitchFamily="18" charset="0"/>
                <a:cs typeface="Times New Roman" panose="02020603050405020304" pitchFamily="18" charset="0"/>
              </a:rPr>
              <a:t>        Technology Education.</a:t>
            </a:r>
          </a:p>
          <a:p>
            <a:pPr marL="194945" indent="0">
              <a:buNone/>
            </a:pPr>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 Mission:</a:t>
            </a:r>
          </a:p>
          <a:p>
            <a:pPr marL="194945" indent="0">
              <a:buNone/>
            </a:pPr>
            <a:r>
              <a:rPr lang="en-IN" altLang="en-US" dirty="0">
                <a:latin typeface="Times New Roman" panose="02020603050405020304" pitchFamily="18" charset="0"/>
                <a:cs typeface="Times New Roman" panose="02020603050405020304" pitchFamily="18" charset="0"/>
              </a:rPr>
              <a:t>         Facilitate educational access and academic excellence through exceptional management</a:t>
            </a:r>
          </a:p>
          <a:p>
            <a:pPr marL="194945" indent="0">
              <a:buNone/>
            </a:pPr>
            <a:r>
              <a:rPr lang="en-IN" altLang="en-US" dirty="0">
                <a:latin typeface="Times New Roman" panose="02020603050405020304" pitchFamily="18" charset="0"/>
                <a:cs typeface="Times New Roman" panose="02020603050405020304" pitchFamily="18" charset="0"/>
              </a:rPr>
              <a:t>         of operations and resources, innovative delivery systems, student services and relevant</a:t>
            </a:r>
          </a:p>
          <a:p>
            <a:pPr marL="194945" indent="0">
              <a:buNone/>
            </a:pPr>
            <a:r>
              <a:rPr lang="en-IN" altLang="en-US" dirty="0">
                <a:latin typeface="Times New Roman" panose="02020603050405020304" pitchFamily="18" charset="0"/>
                <a:cs typeface="Times New Roman" panose="02020603050405020304" pitchFamily="18" charset="0"/>
              </a:rPr>
              <a:t>         academic programs that are success oriented and responsive to technology</a:t>
            </a:r>
          </a:p>
          <a:p>
            <a:endParaRPr lang="en-IN" alt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200" y="749642"/>
            <a:ext cx="10007600" cy="1272800"/>
          </a:xfrm>
        </p:spPr>
        <p:txBody>
          <a:bodyPr/>
          <a:lstStyle/>
          <a:p>
            <a:pPr algn="ctr"/>
            <a:r>
              <a:rPr lang="en-IN" altLang="en-US" b="1">
                <a:latin typeface="Times New Roman" panose="02020603050405020304" charset="0"/>
                <a:cs typeface="Times New Roman" panose="02020603050405020304" charset="0"/>
              </a:rPr>
              <a:t>PROPOSED SYSTEM</a:t>
            </a:r>
          </a:p>
        </p:txBody>
      </p:sp>
      <p:sp>
        <p:nvSpPr>
          <p:cNvPr id="3" name="Text Placeholder 2"/>
          <p:cNvSpPr>
            <a:spLocks noGrp="1"/>
          </p:cNvSpPr>
          <p:nvPr>
            <p:ph type="body" idx="1"/>
          </p:nvPr>
        </p:nvSpPr>
        <p:spPr>
          <a:xfrm>
            <a:off x="608330" y="1600200"/>
            <a:ext cx="10159365" cy="1775460"/>
          </a:xfrm>
        </p:spPr>
        <p:txBody>
          <a:bodyPr/>
          <a:lstStyle/>
          <a:p>
            <a:r>
              <a:rPr lang="en-US" dirty="0">
                <a:latin typeface="Times New Roman" panose="02020603050405020304" pitchFamily="18" charset="0"/>
                <a:cs typeface="Times New Roman" panose="02020603050405020304" pitchFamily="18" charset="0"/>
              </a:rPr>
              <a:t>The application is primarily designed to book cabs between an entered source and destination along with vehicle of our choice. It has all the basic facilities that are required by a user to have a convenient and hassle free online booking experience</a:t>
            </a:r>
          </a:p>
          <a:p>
            <a:endParaRPr 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The key features includes:</a:t>
            </a:r>
          </a:p>
          <a:p>
            <a:pPr marL="194945" indent="0">
              <a:buNone/>
            </a:pPr>
            <a:endParaRPr lang="en-IN" altLang="en-US" dirty="0">
              <a:latin typeface="Times New Roman" panose="02020603050405020304" pitchFamily="18" charset="0"/>
              <a:cs typeface="Times New Roman" panose="02020603050405020304" pitchFamily="18" charset="0"/>
            </a:endParaRPr>
          </a:p>
          <a:p>
            <a:pPr marL="194945" indent="0">
              <a:buNone/>
            </a:pPr>
            <a:r>
              <a:rPr lang="en-IN" altLang="en-US" b="1" dirty="0">
                <a:latin typeface="Times New Roman" panose="02020603050405020304" pitchFamily="18" charset="0"/>
                <a:cs typeface="Times New Roman" panose="02020603050405020304" pitchFamily="18" charset="0"/>
              </a:rPr>
              <a:t>Secure and Interactive Webpage</a:t>
            </a:r>
            <a:r>
              <a:rPr lang="en-IN" altLang="en-US" dirty="0">
                <a:latin typeface="Times New Roman" panose="02020603050405020304" pitchFamily="18" charset="0"/>
                <a:cs typeface="Times New Roman" panose="02020603050405020304" pitchFamily="18" charset="0"/>
              </a:rPr>
              <a:t>: The use of Spring MVC Framework for the development of                             </a:t>
            </a:r>
            <a:r>
              <a:rPr lang="en-IN" altLang="en-US" dirty="0">
                <a:latin typeface="Times New Roman" panose="02020603050405020304" pitchFamily="18" charset="0"/>
                <a:cs typeface="Times New Roman" panose="02020603050405020304" pitchFamily="18" charset="0"/>
                <a:sym typeface="+mn-ea"/>
              </a:rPr>
              <a:t>application enables secure and authorised access.</a:t>
            </a:r>
            <a:r>
              <a:rPr lang="en-IN" altLang="en-US" dirty="0">
                <a:latin typeface="Times New Roman" panose="02020603050405020304" pitchFamily="18" charset="0"/>
                <a:cs typeface="Times New Roman" panose="02020603050405020304" pitchFamily="18" charset="0"/>
              </a:rPr>
              <a:t>                                                               </a:t>
            </a:r>
          </a:p>
          <a:p>
            <a:pPr marL="194945" indent="0" algn="l">
              <a:buNone/>
            </a:pPr>
            <a:endParaRPr lang="en-IN" altLang="en-US" dirty="0">
              <a:latin typeface="Times New Roman" panose="02020603050405020304" pitchFamily="18" charset="0"/>
              <a:cs typeface="Times New Roman" panose="02020603050405020304" pitchFamily="18" charset="0"/>
            </a:endParaRPr>
          </a:p>
          <a:p>
            <a:pPr marL="194945" indent="0">
              <a:buNone/>
            </a:pPr>
            <a:r>
              <a:rPr lang="en-IN" altLang="en-US" b="1" dirty="0">
                <a:latin typeface="Times New Roman" panose="02020603050405020304" pitchFamily="18" charset="0"/>
                <a:cs typeface="Times New Roman" panose="02020603050405020304" pitchFamily="18" charset="0"/>
              </a:rPr>
              <a:t>Robust and Scalable</a:t>
            </a:r>
            <a:r>
              <a:rPr lang="en-IN" altLang="en-US" dirty="0">
                <a:latin typeface="Times New Roman" panose="02020603050405020304" pitchFamily="18" charset="0"/>
                <a:cs typeface="Times New Roman" panose="02020603050405020304" pitchFamily="18" charset="0"/>
              </a:rPr>
              <a:t>: Uses cutting-edge technology for efficient storage in the </a:t>
            </a:r>
            <a:r>
              <a:rPr lang="en-IN" altLang="en-US" dirty="0" err="1">
                <a:latin typeface="Times New Roman" panose="02020603050405020304" pitchFamily="18" charset="0"/>
                <a:cs typeface="Times New Roman" panose="02020603050405020304" pitchFamily="18" charset="0"/>
              </a:rPr>
              <a:t>database.It</a:t>
            </a:r>
            <a:r>
              <a:rPr lang="en-IN" altLang="en-US" dirty="0">
                <a:latin typeface="Times New Roman" panose="02020603050405020304" pitchFamily="18" charset="0"/>
                <a:cs typeface="Times New Roman" panose="02020603050405020304" pitchFamily="18" charset="0"/>
              </a:rPr>
              <a:t> can upgrade according to the capacity needs.</a:t>
            </a:r>
          </a:p>
          <a:p>
            <a:pPr marL="194945" indent="0">
              <a:buNone/>
            </a:pPr>
            <a:endParaRPr lang="en-IN" altLang="en-US" dirty="0">
              <a:latin typeface="Times New Roman" panose="02020603050405020304" pitchFamily="18" charset="0"/>
              <a:cs typeface="Times New Roman" panose="02020603050405020304" pitchFamily="18" charset="0"/>
            </a:endParaRPr>
          </a:p>
          <a:p>
            <a:pPr marL="194945" indent="0">
              <a:buNone/>
            </a:pPr>
            <a:r>
              <a:rPr lang="en-IN" altLang="en-US" b="1" dirty="0">
                <a:latin typeface="Times New Roman" panose="02020603050405020304" pitchFamily="18" charset="0"/>
                <a:cs typeface="Times New Roman" panose="02020603050405020304" pitchFamily="18" charset="0"/>
              </a:rPr>
              <a:t>Innovation</a:t>
            </a:r>
            <a:r>
              <a:rPr lang="en-IN" altLang="en-US" dirty="0">
                <a:latin typeface="Times New Roman" panose="02020603050405020304" pitchFamily="18" charset="0"/>
                <a:cs typeface="Times New Roman" panose="02020603050405020304" pitchFamily="18" charset="0"/>
              </a:rPr>
              <a:t>: Uses many intelligent systems that aid in automatic dispatch and assigning optimal drivers.</a:t>
            </a:r>
          </a:p>
          <a:p>
            <a:pPr marL="194945" indent="0">
              <a:buNone/>
            </a:pPr>
            <a:endParaRPr lang="en-IN" altLang="en-US" dirty="0"/>
          </a:p>
          <a:p>
            <a:pPr marL="194945" indent="0">
              <a:buNone/>
            </a:pPr>
            <a:endParaRPr lang="en-IN" alt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4</a:t>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975" y="650240"/>
            <a:ext cx="10007600" cy="803275"/>
          </a:xfrm>
        </p:spPr>
        <p:txBody>
          <a:bodyPr/>
          <a:lstStyle/>
          <a:p>
            <a:pPr algn="ctr"/>
            <a:r>
              <a:rPr lang="en-IN" altLang="en-US" b="1">
                <a:latin typeface="Times New Roman" panose="02020603050405020304" charset="0"/>
                <a:cs typeface="Times New Roman" panose="02020603050405020304" charset="0"/>
              </a:rPr>
              <a:t>CORE FUNCTIONALITIES </a:t>
            </a:r>
          </a:p>
        </p:txBody>
      </p:sp>
      <p:sp>
        <p:nvSpPr>
          <p:cNvPr id="3" name="Text Placeholder 2"/>
          <p:cNvSpPr>
            <a:spLocks noGrp="1"/>
          </p:cNvSpPr>
          <p:nvPr>
            <p:ph type="body" idx="1"/>
          </p:nvPr>
        </p:nvSpPr>
        <p:spPr>
          <a:xfrm>
            <a:off x="485775" y="1298575"/>
            <a:ext cx="10007600" cy="4261485"/>
          </a:xfrm>
        </p:spPr>
        <p:txBody>
          <a:bodyPr/>
          <a:lstStyle/>
          <a:p>
            <a:r>
              <a:rPr lang="en-IN" altLang="en-US" sz="2400" b="1" u="sng" dirty="0">
                <a:latin typeface="Times New Roman" panose="02020603050405020304" charset="0"/>
                <a:cs typeface="Times New Roman" panose="02020603050405020304" charset="0"/>
              </a:rPr>
              <a:t>ADMIN PANEL</a:t>
            </a:r>
            <a:endParaRPr lang="en-IN" altLang="en-US" u="sng" dirty="0"/>
          </a:p>
          <a:p>
            <a:pPr marL="194945" indent="0">
              <a:buNone/>
            </a:pPr>
            <a:endParaRPr lang="en-IN" altLang="en-US" dirty="0"/>
          </a:p>
          <a:p>
            <a:pPr>
              <a:buFont typeface="Wingdings" panose="05000000000000000000" charset="0"/>
              <a:buChar char="Ø"/>
            </a:pPr>
            <a:r>
              <a:rPr lang="en-IN" altLang="en-US" b="1" dirty="0">
                <a:latin typeface="Times New Roman" panose="02020603050405020304" pitchFamily="18" charset="0"/>
                <a:cs typeface="Times New Roman" panose="02020603050405020304" pitchFamily="18" charset="0"/>
              </a:rPr>
              <a:t>Manage Passengers</a:t>
            </a:r>
          </a:p>
          <a:p>
            <a:pPr marL="194945" indent="0">
              <a:buNone/>
            </a:pPr>
            <a:r>
              <a:rPr lang="en-IN" altLang="en-US" dirty="0">
                <a:latin typeface="Times New Roman" panose="02020603050405020304" pitchFamily="18" charset="0"/>
                <a:cs typeface="Times New Roman" panose="02020603050405020304" pitchFamily="18" charset="0"/>
              </a:rPr>
              <a:t>Admin is responsible for managing the passengers registered on the system. Admin can add/view/modify/remove the passenger details anytime.</a:t>
            </a:r>
          </a:p>
          <a:p>
            <a:pPr marL="194945" indent="0">
              <a:buNone/>
            </a:pPr>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View passenger details</a:t>
            </a:r>
          </a:p>
          <a:p>
            <a:r>
              <a:rPr lang="en-IN" altLang="en-US" dirty="0">
                <a:latin typeface="Times New Roman" panose="02020603050405020304" pitchFamily="18" charset="0"/>
                <a:cs typeface="Times New Roman" panose="02020603050405020304" pitchFamily="18" charset="0"/>
              </a:rPr>
              <a:t>View booked trips details</a:t>
            </a:r>
          </a:p>
          <a:p>
            <a:r>
              <a:rPr lang="en-IN" altLang="en-US" dirty="0">
                <a:latin typeface="Times New Roman" panose="02020603050405020304" pitchFamily="18" charset="0"/>
                <a:cs typeface="Times New Roman" panose="02020603050405020304" pitchFamily="18" charset="0"/>
              </a:rPr>
              <a:t>Edit details</a:t>
            </a:r>
          </a:p>
          <a:p>
            <a:r>
              <a:rPr lang="en-IN" altLang="en-US" dirty="0">
                <a:latin typeface="Times New Roman" panose="02020603050405020304" pitchFamily="18" charset="0"/>
                <a:cs typeface="Times New Roman" panose="02020603050405020304" pitchFamily="18" charset="0"/>
              </a:rPr>
              <a:t>Add/delete passenger details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5</a:t>
            </a:fld>
            <a:endParaRPr lang="en-GB"/>
          </a:p>
        </p:txBody>
      </p:sp>
      <p:pic>
        <p:nvPicPr>
          <p:cNvPr id="5" name="Picture 4"/>
          <p:cNvPicPr>
            <a:picLocks noChangeAspect="1"/>
          </p:cNvPicPr>
          <p:nvPr/>
        </p:nvPicPr>
        <p:blipFill>
          <a:blip r:embed="rId2"/>
          <a:srcRect t="8511"/>
          <a:stretch>
            <a:fillRect/>
          </a:stretch>
        </p:blipFill>
        <p:spPr>
          <a:xfrm>
            <a:off x="4001770" y="3113405"/>
            <a:ext cx="7704455" cy="33584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85140" y="536575"/>
            <a:ext cx="11168380" cy="3263900"/>
          </a:xfrm>
        </p:spPr>
        <p:txBody>
          <a:bodyPr/>
          <a:lstStyle/>
          <a:p>
            <a:pPr>
              <a:buFont typeface="Wingdings" panose="05000000000000000000" charset="0"/>
              <a:buChar char="Ø"/>
            </a:pPr>
            <a:r>
              <a:rPr lang="en-US" sz="1800" b="1" dirty="0">
                <a:latin typeface="Times New Roman" panose="02020603050405020304" pitchFamily="18" charset="0"/>
                <a:cs typeface="Times New Roman" panose="02020603050405020304" pitchFamily="18" charset="0"/>
              </a:rPr>
              <a:t>Manage Dispatcher</a:t>
            </a:r>
          </a:p>
          <a:p>
            <a:pPr marL="194945" indent="0">
              <a:buNone/>
            </a:pPr>
            <a:r>
              <a:rPr lang="en-US" dirty="0">
                <a:latin typeface="Times New Roman" panose="02020603050405020304" pitchFamily="18" charset="0"/>
                <a:cs typeface="Times New Roman" panose="02020603050405020304" pitchFamily="18" charset="0"/>
              </a:rPr>
              <a:t>An admin can manage the dispatcher who can handle booking requests. It can assign the roles to dispatchers and operators. The dispatcher can manage the drivers’ tasks accordingly.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Assign Dispatcher roles</a:t>
            </a:r>
          </a:p>
          <a:p>
            <a:r>
              <a:rPr lang="en-US" dirty="0">
                <a:latin typeface="Times New Roman" panose="02020603050405020304" pitchFamily="18" charset="0"/>
                <a:cs typeface="Times New Roman" panose="02020603050405020304" pitchFamily="18" charset="0"/>
              </a:rPr>
              <a:t>Add/modify delete dispatchers</a:t>
            </a:r>
          </a:p>
          <a:p>
            <a:r>
              <a:rPr lang="en-US" dirty="0">
                <a:latin typeface="Times New Roman" panose="02020603050405020304" pitchFamily="18" charset="0"/>
                <a:cs typeface="Times New Roman" panose="02020603050405020304" pitchFamily="18" charset="0"/>
              </a:rPr>
              <a:t>View and track dispatcher activities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6</a:t>
            </a:fld>
            <a:endParaRPr lang="en-GB"/>
          </a:p>
        </p:txBody>
      </p:sp>
      <p:pic>
        <p:nvPicPr>
          <p:cNvPr id="5" name="Picture 4"/>
          <p:cNvPicPr>
            <a:picLocks noChangeAspect="1"/>
          </p:cNvPicPr>
          <p:nvPr/>
        </p:nvPicPr>
        <p:blipFill>
          <a:blip r:embed="rId2"/>
          <a:srcRect t="7314"/>
          <a:stretch>
            <a:fillRect/>
          </a:stretch>
        </p:blipFill>
        <p:spPr>
          <a:xfrm>
            <a:off x="4390390" y="1695450"/>
            <a:ext cx="7263130" cy="48875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78155" y="583565"/>
            <a:ext cx="11236325" cy="3263900"/>
          </a:xfrm>
        </p:spPr>
        <p:txBody>
          <a:bodyPr/>
          <a:lstStyle/>
          <a:p>
            <a:pPr>
              <a:buFont typeface="Wingdings" panose="05000000000000000000" charset="0"/>
              <a:buChar char="Ø"/>
            </a:pPr>
            <a:r>
              <a:rPr lang="en-US" sz="1800" b="1" dirty="0">
                <a:latin typeface="Times New Roman" panose="02020603050405020304" pitchFamily="18" charset="0"/>
                <a:cs typeface="Times New Roman" panose="02020603050405020304" pitchFamily="18" charset="0"/>
              </a:rPr>
              <a:t>Manage Drivers</a:t>
            </a:r>
          </a:p>
          <a:p>
            <a:pPr marL="194945" indent="0">
              <a:lnSpc>
                <a:spcPct val="100000"/>
              </a:lnSpc>
              <a:buNone/>
            </a:pPr>
            <a:r>
              <a:rPr lang="en-US" dirty="0">
                <a:latin typeface="Times New Roman" panose="02020603050405020304" pitchFamily="18" charset="0"/>
                <a:cs typeface="Times New Roman" panose="02020603050405020304" pitchFamily="18" charset="0"/>
              </a:rPr>
              <a:t>Admin is responsible for managing the drivers registered on the system. Admin is able to add/modify /delete drivers anytime. It can accept or reject a driver’s account. Only admin approved driver accounts can get online.</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Review vehicles and documents added by drivers</a:t>
            </a:r>
          </a:p>
          <a:p>
            <a:r>
              <a:rPr lang="en-US" dirty="0">
                <a:latin typeface="Times New Roman" panose="02020603050405020304" pitchFamily="18" charset="0"/>
                <a:cs typeface="Times New Roman" panose="02020603050405020304" pitchFamily="18" charset="0"/>
              </a:rPr>
              <a:t>Approve/reject driver’s account</a:t>
            </a:r>
          </a:p>
          <a:p>
            <a:r>
              <a:rPr lang="en-US" dirty="0">
                <a:latin typeface="Times New Roman" panose="02020603050405020304" pitchFamily="18" charset="0"/>
                <a:cs typeface="Times New Roman" panose="02020603050405020304" pitchFamily="18" charset="0"/>
              </a:rPr>
              <a:t>Add vehicle type</a:t>
            </a:r>
          </a:p>
          <a:p>
            <a:r>
              <a:rPr lang="en-US" dirty="0">
                <a:latin typeface="Times New Roman" panose="02020603050405020304" pitchFamily="18" charset="0"/>
                <a:cs typeface="Times New Roman" panose="02020603050405020304" pitchFamily="18" charset="0"/>
              </a:rPr>
              <a:t>Add driver vehicles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7</a:t>
            </a:fld>
            <a:endParaRPr lang="en-GB"/>
          </a:p>
        </p:txBody>
      </p:sp>
      <p:pic>
        <p:nvPicPr>
          <p:cNvPr id="5" name="Picture 4"/>
          <p:cNvPicPr>
            <a:picLocks noChangeAspect="1"/>
          </p:cNvPicPr>
          <p:nvPr/>
        </p:nvPicPr>
        <p:blipFill>
          <a:blip r:embed="rId2"/>
          <a:srcRect t="8851"/>
          <a:stretch>
            <a:fillRect/>
          </a:stretch>
        </p:blipFill>
        <p:spPr>
          <a:xfrm>
            <a:off x="3528696" y="2588260"/>
            <a:ext cx="8185150" cy="38924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88271" y="568171"/>
            <a:ext cx="11212497" cy="3416554"/>
          </a:xfrm>
        </p:spPr>
        <p:txBody>
          <a:bodyPr/>
          <a:lstStyle/>
          <a:p>
            <a:pPr>
              <a:buFont typeface="Wingdings" panose="05000000000000000000" pitchFamily="2" charset="2"/>
              <a:buChar char="Ø"/>
            </a:pPr>
            <a:r>
              <a:rPr lang="en-US" sz="1800" b="1" dirty="0">
                <a:solidFill>
                  <a:srgbClr val="333333"/>
                </a:solidFill>
                <a:effectLst/>
                <a:latin typeface="Times New Roman" panose="02020603050405020304" pitchFamily="18" charset="0"/>
                <a:ea typeface=""/>
                <a:cs typeface="Times New Roman" panose="02020603050405020304" pitchFamily="18" charset="0"/>
              </a:rPr>
              <a:t>Reporting Analytics</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42545" marR="0" indent="0">
              <a:lnSpc>
                <a:spcPct val="100000"/>
              </a:lnSpc>
              <a:spcBef>
                <a:spcPts val="500"/>
              </a:spcBef>
              <a:spcAft>
                <a:spcPts val="1500"/>
              </a:spcAft>
              <a:buNone/>
            </a:pPr>
            <a:r>
              <a:rPr lang="en-IN" sz="1740" dirty="0">
                <a:solidFill>
                  <a:srgbClr val="172043"/>
                </a:solidFill>
                <a:effectLst/>
                <a:latin typeface="Times New Roman" panose="02020603050405020304" pitchFamily="18" charset="0"/>
                <a:ea typeface=""/>
                <a:cs typeface="Times New Roman" panose="02020603050405020304" pitchFamily="18" charset="0"/>
              </a:rPr>
              <a:t>A report section where Admin can view various reports like Total Earning Report, Payment Report, User wallet Report, Referral Report, Drive Log and Payment Report etc.</a:t>
            </a:r>
            <a:endParaRPr lang="en-US" sz="174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Arial" panose="020B0604020202020204" pitchFamily="34" charset="0"/>
              <a:buChar char="•"/>
            </a:pPr>
            <a:r>
              <a:rPr lang="en-US" sz="1740" dirty="0">
                <a:solidFill>
                  <a:srgbClr val="333333"/>
                </a:solidFill>
                <a:effectLst/>
                <a:latin typeface="Times New Roman" panose="02020603050405020304" pitchFamily="18" charset="0"/>
                <a:ea typeface=""/>
                <a:cs typeface="Times New Roman" panose="02020603050405020304" pitchFamily="18" charset="0"/>
              </a:rPr>
              <a:t>Check key insights and numbers</a:t>
            </a:r>
            <a:endParaRPr lang="en-US" sz="174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Arial" panose="020B0604020202020204" pitchFamily="34" charset="0"/>
              <a:buChar char="•"/>
            </a:pPr>
            <a:r>
              <a:rPr lang="en-US" sz="1740" dirty="0">
                <a:solidFill>
                  <a:srgbClr val="333333"/>
                </a:solidFill>
                <a:effectLst/>
                <a:latin typeface="Times New Roman" panose="02020603050405020304" pitchFamily="18" charset="0"/>
                <a:ea typeface=""/>
                <a:cs typeface="Times New Roman" panose="02020603050405020304" pitchFamily="18" charset="0"/>
              </a:rPr>
              <a:t>Check how much you are earning</a:t>
            </a:r>
            <a:endParaRPr lang="en-US" sz="174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nSpc>
                <a:spcPct val="150000"/>
              </a:lnSpc>
              <a:spcBef>
                <a:spcPts val="0"/>
              </a:spcBef>
              <a:spcAft>
                <a:spcPts val="0"/>
              </a:spcAft>
              <a:buFont typeface="Arial" panose="020B0604020202020204" pitchFamily="34" charset="0"/>
              <a:buChar char="•"/>
            </a:pPr>
            <a:r>
              <a:rPr lang="en-US" sz="1740" dirty="0">
                <a:solidFill>
                  <a:srgbClr val="333333"/>
                </a:solidFill>
                <a:effectLst/>
                <a:latin typeface="Times New Roman" panose="02020603050405020304" pitchFamily="18" charset="0"/>
                <a:ea typeface=""/>
                <a:cs typeface="Times New Roman" panose="02020603050405020304" pitchFamily="18" charset="0"/>
              </a:rPr>
              <a:t>Check whether to increase/decrease commission</a:t>
            </a:r>
            <a:endParaRPr lang="en-US" sz="174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194945" indent="0">
              <a:buNone/>
            </a:pPr>
            <a:endParaRPr lang="en-IN" alt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8</a:t>
            </a:fld>
            <a:endParaRPr lang="en-GB"/>
          </a:p>
        </p:txBody>
      </p:sp>
      <p:pic>
        <p:nvPicPr>
          <p:cNvPr id="5" name="Picture 4">
            <a:extLst>
              <a:ext uri="{FF2B5EF4-FFF2-40B4-BE49-F238E27FC236}">
                <a16:creationId xmlns:a16="http://schemas.microsoft.com/office/drawing/2014/main" id="{ACC0C137-8B2D-4282-A64B-823D42C9C3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3768" y="2019060"/>
            <a:ext cx="6582694" cy="403916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524217"/>
            <a:ext cx="10007600" cy="1272800"/>
          </a:xfrm>
        </p:spPr>
        <p:txBody>
          <a:bodyPr/>
          <a:lstStyle/>
          <a:p>
            <a:pPr algn="ctr"/>
            <a:r>
              <a:rPr lang="en-IN" altLang="en-US">
                <a:latin typeface="Times New Roman" panose="02020603050405020304" charset="0"/>
                <a:cs typeface="Times New Roman" panose="02020603050405020304" charset="0"/>
              </a:rPr>
              <a:t>TECHNOLOGY STACK</a:t>
            </a:r>
          </a:p>
        </p:txBody>
      </p:sp>
      <p:sp>
        <p:nvSpPr>
          <p:cNvPr id="3" name="Text Placeholder 2"/>
          <p:cNvSpPr>
            <a:spLocks noGrp="1"/>
          </p:cNvSpPr>
          <p:nvPr>
            <p:ph type="body" idx="1"/>
          </p:nvPr>
        </p:nvSpPr>
        <p:spPr>
          <a:xfrm>
            <a:off x="1092200" y="1630045"/>
            <a:ext cx="10007600" cy="3264000"/>
          </a:xfrm>
        </p:spPr>
        <p:txBody>
          <a:bodyPr/>
          <a:lstStyle/>
          <a:p>
            <a:r>
              <a:rPr lang="en-IN" altLang="en-US" sz="1800" b="1" dirty="0">
                <a:latin typeface="Times New Roman" panose="02020603050405020304" pitchFamily="18" charset="0"/>
                <a:cs typeface="Times New Roman" panose="02020603050405020304" pitchFamily="18" charset="0"/>
              </a:rPr>
              <a:t>Java Spring MVC Framework</a:t>
            </a:r>
          </a:p>
          <a:p>
            <a:pPr marL="194945" indent="0">
              <a:buNone/>
            </a:pPr>
            <a:endParaRPr lang="en-IN" altLang="en-US" b="1" dirty="0">
              <a:latin typeface="Times New Roman" panose="02020603050405020304" pitchFamily="18" charset="0"/>
              <a:cs typeface="Times New Roman" panose="02020603050405020304" pitchFamily="18" charset="0"/>
            </a:endParaRPr>
          </a:p>
          <a:p>
            <a:pPr marL="194945" indent="0">
              <a:buNone/>
            </a:pPr>
            <a:r>
              <a:rPr lang="en-IN" altLang="en-US" dirty="0">
                <a:latin typeface="Times New Roman" panose="02020603050405020304" pitchFamily="18" charset="0"/>
                <a:cs typeface="Times New Roman" panose="02020603050405020304" pitchFamily="18" charset="0"/>
              </a:rPr>
              <a:t>A Spring MVC is a Java framework which is used to build web applications. It follows the Model-View-Controller design pattern. It implements all the basic features of a core spring framework like Inversion of Control, Dependency Injection.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9</a:t>
            </a:fld>
            <a:endParaRPr lang="en-GB"/>
          </a:p>
        </p:txBody>
      </p:sp>
      <p:pic>
        <p:nvPicPr>
          <p:cNvPr id="5" name="Picture 4"/>
          <p:cNvPicPr>
            <a:picLocks noChangeAspect="1"/>
          </p:cNvPicPr>
          <p:nvPr/>
        </p:nvPicPr>
        <p:blipFill>
          <a:blip r:embed="rId2"/>
          <a:stretch>
            <a:fillRect/>
          </a:stretch>
        </p:blipFill>
        <p:spPr>
          <a:xfrm>
            <a:off x="3995420" y="3750945"/>
            <a:ext cx="4200525" cy="21050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95985" y="1083310"/>
            <a:ext cx="10007600" cy="3264000"/>
          </a:xfrm>
        </p:spPr>
        <p:txBody>
          <a:bodyPr/>
          <a:lstStyle/>
          <a:p>
            <a:r>
              <a:rPr lang="en-IN" altLang="en-US" sz="1800" b="1" dirty="0" err="1">
                <a:latin typeface="Times New Roman" panose="02020603050405020304" pitchFamily="18" charset="0"/>
                <a:cs typeface="Times New Roman" panose="02020603050405020304" pitchFamily="18" charset="0"/>
              </a:rPr>
              <a:t>Hibenate</a:t>
            </a:r>
            <a:endParaRPr lang="en-IN" altLang="en-US" sz="1800" b="1" dirty="0">
              <a:latin typeface="Times New Roman" panose="02020603050405020304" pitchFamily="18" charset="0"/>
              <a:cs typeface="Times New Roman" panose="02020603050405020304" pitchFamily="18" charset="0"/>
            </a:endParaRPr>
          </a:p>
          <a:p>
            <a:pPr marL="194945" indent="0">
              <a:buNone/>
            </a:pPr>
            <a:endParaRPr lang="en-IN" altLang="en-US" b="1" dirty="0">
              <a:latin typeface="Times New Roman" panose="02020603050405020304" pitchFamily="18" charset="0"/>
              <a:cs typeface="Times New Roman" panose="02020603050405020304" pitchFamily="18" charset="0"/>
            </a:endParaRPr>
          </a:p>
          <a:p>
            <a:pPr marL="194945" indent="0">
              <a:buNone/>
            </a:pPr>
            <a:r>
              <a:rPr lang="en-IN" altLang="en-US" dirty="0">
                <a:latin typeface="Times New Roman" panose="02020603050405020304" pitchFamily="18" charset="0"/>
                <a:cs typeface="Times New Roman" panose="02020603050405020304" pitchFamily="18" charset="0"/>
              </a:rPr>
              <a:t>Hibernate is framework that provides tools for object relational mapping (ORM).</a:t>
            </a:r>
          </a:p>
          <a:p>
            <a:pPr marL="194945" indent="0">
              <a:buNone/>
            </a:pPr>
            <a:r>
              <a:rPr lang="en-IN" altLang="en-US" dirty="0">
                <a:latin typeface="Times New Roman" panose="02020603050405020304" pitchFamily="18" charset="0"/>
                <a:cs typeface="Times New Roman" panose="02020603050405020304" pitchFamily="18" charset="0"/>
              </a:rPr>
              <a:t>The web application uses the Hibernate framework as the persistence layer for retrieving and storing plain old Java objects (POJOs) to a relational database.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10</a:t>
            </a:fld>
            <a:endParaRPr lang="en-GB"/>
          </a:p>
        </p:txBody>
      </p:sp>
      <p:pic>
        <p:nvPicPr>
          <p:cNvPr id="7" name="Picture 6"/>
          <p:cNvPicPr>
            <a:picLocks noChangeAspect="1"/>
          </p:cNvPicPr>
          <p:nvPr/>
        </p:nvPicPr>
        <p:blipFill>
          <a:blip r:embed="rId2"/>
          <a:stretch>
            <a:fillRect/>
          </a:stretch>
        </p:blipFill>
        <p:spPr>
          <a:xfrm>
            <a:off x="3195320" y="3019425"/>
            <a:ext cx="5166995" cy="3291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2200" y="947420"/>
            <a:ext cx="10007600" cy="5111750"/>
          </a:xfrm>
        </p:spPr>
        <p:txBody>
          <a:bodyPr/>
          <a:lstStyle/>
          <a:p>
            <a:r>
              <a:rPr lang="en-IN" altLang="en-US" sz="1800" b="1" dirty="0">
                <a:latin typeface="Times New Roman" panose="02020603050405020304" pitchFamily="18" charset="0"/>
                <a:cs typeface="Times New Roman" panose="02020603050405020304" pitchFamily="18" charset="0"/>
              </a:rPr>
              <a:t>JDBC</a:t>
            </a:r>
          </a:p>
          <a:p>
            <a:pPr marL="194945" indent="0">
              <a:buNone/>
            </a:pPr>
            <a:endParaRPr lang="en-IN" altLang="en-US" b="1" dirty="0">
              <a:latin typeface="Times New Roman" panose="02020603050405020304" pitchFamily="18" charset="0"/>
              <a:cs typeface="Times New Roman" panose="02020603050405020304" pitchFamily="18" charset="0"/>
            </a:endParaRPr>
          </a:p>
          <a:p>
            <a:pPr marL="194945" indent="0">
              <a:buNone/>
            </a:pPr>
            <a:r>
              <a:rPr lang="en-IN" altLang="en-US" dirty="0">
                <a:latin typeface="Times New Roman" panose="02020603050405020304" pitchFamily="18" charset="0"/>
                <a:cs typeface="Times New Roman" panose="02020603050405020304" pitchFamily="18" charset="0"/>
              </a:rPr>
              <a:t>The sample configuration file uses Hibernate-managed JDBC connections. JDBC is a standard API specification developed in order to move data from frontend to backend. </a:t>
            </a:r>
          </a:p>
          <a:p>
            <a:pPr marL="194945" indent="0">
              <a:buNone/>
            </a:pPr>
            <a:endParaRPr lang="en-IN" altLang="en-US" dirty="0">
              <a:latin typeface="Times New Roman" panose="02020603050405020304" pitchFamily="18" charset="0"/>
              <a:cs typeface="Times New Roman" panose="02020603050405020304" pitchFamily="18" charset="0"/>
            </a:endParaRPr>
          </a:p>
          <a:p>
            <a:pPr marL="194945" indent="0">
              <a:buNone/>
            </a:pPr>
            <a:r>
              <a:rPr lang="en-IN" altLang="en-US" dirty="0">
                <a:latin typeface="Times New Roman" panose="02020603050405020304" pitchFamily="18" charset="0"/>
                <a:cs typeface="Times New Roman" panose="02020603050405020304" pitchFamily="18" charset="0"/>
              </a:rPr>
              <a:t>This API consists of classes and interfaces written in Java. It basically acts as an interface (not the one we use in Java) or channel between your Java program and databases </a:t>
            </a:r>
            <a:r>
              <a:rPr lang="en-IN" altLang="en-US" dirty="0" err="1">
                <a:latin typeface="Times New Roman" panose="02020603050405020304" pitchFamily="18" charset="0"/>
                <a:cs typeface="Times New Roman" panose="02020603050405020304" pitchFamily="18" charset="0"/>
              </a:rPr>
              <a:t>i.e</a:t>
            </a:r>
            <a:r>
              <a:rPr lang="en-IN" altLang="en-US" dirty="0">
                <a:latin typeface="Times New Roman" panose="02020603050405020304" pitchFamily="18" charset="0"/>
                <a:cs typeface="Times New Roman" panose="02020603050405020304" pitchFamily="18" charset="0"/>
              </a:rPr>
              <a:t> it establishes a link between the two so that a programmer could send data from Java code and store it in the database for future use.</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11</a:t>
            </a:fld>
            <a:endParaRPr lang="en-GB"/>
          </a:p>
        </p:txBody>
      </p:sp>
      <p:pic>
        <p:nvPicPr>
          <p:cNvPr id="6" name="Picture 5"/>
          <p:cNvPicPr>
            <a:picLocks noChangeAspect="1"/>
          </p:cNvPicPr>
          <p:nvPr/>
        </p:nvPicPr>
        <p:blipFill>
          <a:blip r:embed="rId2"/>
          <a:stretch>
            <a:fillRect/>
          </a:stretch>
        </p:blipFill>
        <p:spPr>
          <a:xfrm>
            <a:off x="7496175" y="3573780"/>
            <a:ext cx="2667635" cy="2485390"/>
          </a:xfrm>
          <a:prstGeom prst="rect">
            <a:avLst/>
          </a:prstGeom>
        </p:spPr>
      </p:pic>
      <p:pic>
        <p:nvPicPr>
          <p:cNvPr id="7" name="Picture 6"/>
          <p:cNvPicPr>
            <a:picLocks noChangeAspect="1"/>
          </p:cNvPicPr>
          <p:nvPr/>
        </p:nvPicPr>
        <p:blipFill>
          <a:blip r:embed="rId3"/>
          <a:stretch>
            <a:fillRect/>
          </a:stretch>
        </p:blipFill>
        <p:spPr>
          <a:xfrm>
            <a:off x="2719705" y="3573780"/>
            <a:ext cx="2190750" cy="25831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2200" y="977265"/>
            <a:ext cx="10007600" cy="5081905"/>
          </a:xfrm>
        </p:spPr>
        <p:txBody>
          <a:bodyPr/>
          <a:lstStyle/>
          <a:p>
            <a:r>
              <a:rPr lang="en-IN" altLang="en-US" sz="1800" b="1" dirty="0">
                <a:latin typeface="Times New Roman" panose="02020603050405020304" pitchFamily="18" charset="0"/>
                <a:cs typeface="Times New Roman" panose="02020603050405020304" pitchFamily="18" charset="0"/>
              </a:rPr>
              <a:t>JSP (JAVA SERVER PAGES)</a:t>
            </a:r>
          </a:p>
          <a:p>
            <a:pPr marL="194945" indent="0">
              <a:buNone/>
            </a:pPr>
            <a:endParaRPr lang="en-IN" altLang="en-US" dirty="0">
              <a:latin typeface="Times New Roman" panose="02020603050405020304" pitchFamily="18" charset="0"/>
              <a:cs typeface="Times New Roman" panose="02020603050405020304" pitchFamily="18" charset="0"/>
            </a:endParaRPr>
          </a:p>
          <a:p>
            <a:pPr marL="194945" indent="0">
              <a:buNone/>
            </a:pPr>
            <a:r>
              <a:rPr lang="en-IN" altLang="en-US" dirty="0">
                <a:latin typeface="Times New Roman" panose="02020603050405020304" pitchFamily="18" charset="0"/>
                <a:cs typeface="Times New Roman" panose="02020603050405020304" pitchFamily="18" charset="0"/>
              </a:rPr>
              <a:t>It is a server side </a:t>
            </a:r>
            <a:r>
              <a:rPr lang="en-IN" altLang="en-US" dirty="0" err="1">
                <a:latin typeface="Times New Roman" panose="02020603050405020304" pitchFamily="18" charset="0"/>
                <a:cs typeface="Times New Roman" panose="02020603050405020304" pitchFamily="18" charset="0"/>
              </a:rPr>
              <a:t>technology.It</a:t>
            </a:r>
            <a:r>
              <a:rPr lang="en-IN" altLang="en-US" dirty="0">
                <a:latin typeface="Times New Roman" panose="02020603050405020304" pitchFamily="18" charset="0"/>
                <a:cs typeface="Times New Roman" panose="02020603050405020304" pitchFamily="18" charset="0"/>
              </a:rPr>
              <a:t> is used for creating dynamic web </a:t>
            </a:r>
            <a:r>
              <a:rPr lang="en-IN" altLang="en-US" dirty="0" err="1">
                <a:latin typeface="Times New Roman" panose="02020603050405020304" pitchFamily="18" charset="0"/>
                <a:cs typeface="Times New Roman" panose="02020603050405020304" pitchFamily="18" charset="0"/>
              </a:rPr>
              <a:t>application.JSP</a:t>
            </a:r>
            <a:r>
              <a:rPr lang="en-IN" altLang="en-US" dirty="0">
                <a:latin typeface="Times New Roman" panose="02020603050405020304" pitchFamily="18" charset="0"/>
                <a:cs typeface="Times New Roman" panose="02020603050405020304" pitchFamily="18" charset="0"/>
              </a:rPr>
              <a:t> tags are used to insert JAVA code into HTML pages.</a:t>
            </a:r>
          </a:p>
          <a:p>
            <a:pPr marL="194945" indent="0">
              <a:buNone/>
            </a:pPr>
            <a:endParaRPr lang="en-IN" altLang="en-US" dirty="0">
              <a:latin typeface="Times New Roman" panose="02020603050405020304" pitchFamily="18" charset="0"/>
              <a:cs typeface="Times New Roman" panose="02020603050405020304" pitchFamily="18" charset="0"/>
            </a:endParaRPr>
          </a:p>
          <a:p>
            <a:pPr marL="194945" indent="0">
              <a:buNone/>
            </a:pPr>
            <a:r>
              <a:rPr lang="en-IN" altLang="en-US" dirty="0">
                <a:latin typeface="Times New Roman" panose="02020603050405020304" pitchFamily="18" charset="0"/>
                <a:cs typeface="Times New Roman" panose="02020603050405020304" pitchFamily="18" charset="0"/>
              </a:rPr>
              <a:t>JSP is first converted into servlet by JSP container before processing the client’s request.</a:t>
            </a:r>
          </a:p>
          <a:p>
            <a:pPr marL="194945" indent="0">
              <a:buNone/>
            </a:pPr>
            <a:endParaRPr lang="en-IN" alt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12</a:t>
            </a:fld>
            <a:endParaRPr lang="en-GB"/>
          </a:p>
        </p:txBody>
      </p:sp>
      <p:pic>
        <p:nvPicPr>
          <p:cNvPr id="5" name="Picture 4"/>
          <p:cNvPicPr>
            <a:picLocks noChangeAspect="1"/>
          </p:cNvPicPr>
          <p:nvPr/>
        </p:nvPicPr>
        <p:blipFill>
          <a:blip r:embed="rId2"/>
          <a:stretch>
            <a:fillRect/>
          </a:stretch>
        </p:blipFill>
        <p:spPr>
          <a:xfrm>
            <a:off x="2650490" y="3307080"/>
            <a:ext cx="5848350" cy="28428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92200" y="1068070"/>
            <a:ext cx="10007600" cy="3264000"/>
          </a:xfrm>
        </p:spPr>
        <p:txBody>
          <a:bodyPr/>
          <a:lstStyle/>
          <a:p>
            <a:r>
              <a:rPr lang="en-IN" altLang="en-US" sz="1800" b="1" dirty="0">
                <a:latin typeface="Times New Roman" panose="02020603050405020304" pitchFamily="18" charset="0"/>
                <a:cs typeface="Times New Roman" panose="02020603050405020304" pitchFamily="18" charset="0"/>
              </a:rPr>
              <a:t>HTML &amp; CSS </a:t>
            </a:r>
          </a:p>
          <a:p>
            <a:pPr marL="194945" indent="0">
              <a:buNone/>
            </a:pPr>
            <a:endParaRPr lang="en-IN" altLang="en-US" dirty="0">
              <a:latin typeface="Times New Roman" panose="02020603050405020304" pitchFamily="18" charset="0"/>
              <a:cs typeface="Times New Roman" panose="02020603050405020304" pitchFamily="18" charset="0"/>
            </a:endParaRPr>
          </a:p>
          <a:p>
            <a:pPr marL="194945" indent="0">
              <a:buNone/>
            </a:pPr>
            <a:r>
              <a:rPr lang="en-IN" altLang="en-US" dirty="0">
                <a:latin typeface="Times New Roman" panose="02020603050405020304" pitchFamily="18" charset="0"/>
                <a:cs typeface="Times New Roman" panose="02020603050405020304" pitchFamily="18" charset="0"/>
              </a:rPr>
              <a:t>HTML (the Hypertext Markup Language) and CSS (Cascading Style Sheets) are two of the core technologies for building Web pages. HTML provides the structure of the page, CSS the (visual and aural) layout, for a variety of devices. Along with graphics and scripting, HTML and CSS are the basis of building Web pages and Web Applications.</a:t>
            </a:r>
          </a:p>
          <a:p>
            <a:pPr marL="194945" indent="0">
              <a:buNone/>
            </a:pPr>
            <a:endParaRPr lang="en-IN" alt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13</a:t>
            </a:fld>
            <a:endParaRPr lang="en-GB"/>
          </a:p>
        </p:txBody>
      </p:sp>
      <p:pic>
        <p:nvPicPr>
          <p:cNvPr id="5" name="Picture 4"/>
          <p:cNvPicPr>
            <a:picLocks noChangeAspect="1"/>
          </p:cNvPicPr>
          <p:nvPr/>
        </p:nvPicPr>
        <p:blipFill>
          <a:blip r:embed="rId2"/>
          <a:stretch>
            <a:fillRect/>
          </a:stretch>
        </p:blipFill>
        <p:spPr>
          <a:xfrm>
            <a:off x="4552950" y="3642360"/>
            <a:ext cx="3086100" cy="147637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200" y="749300"/>
            <a:ext cx="10007600" cy="787400"/>
          </a:xfrm>
        </p:spPr>
        <p:txBody>
          <a:bodyPr/>
          <a:lstStyle/>
          <a:p>
            <a:pPr algn="ctr"/>
            <a:r>
              <a:rPr lang="en-IN" altLang="en-US">
                <a:latin typeface="Times New Roman" panose="02020603050405020304" charset="0"/>
                <a:cs typeface="Times New Roman" panose="02020603050405020304" charset="0"/>
              </a:rPr>
              <a:t>KEY TAKEAWAYS</a:t>
            </a:r>
          </a:p>
        </p:txBody>
      </p:sp>
      <p:sp>
        <p:nvSpPr>
          <p:cNvPr id="3" name="Text Placeholder 2"/>
          <p:cNvSpPr>
            <a:spLocks noGrp="1"/>
          </p:cNvSpPr>
          <p:nvPr>
            <p:ph type="body" idx="1"/>
          </p:nvPr>
        </p:nvSpPr>
        <p:spPr>
          <a:xfrm>
            <a:off x="1092200" y="1797050"/>
            <a:ext cx="10007600" cy="3945890"/>
          </a:xfrm>
        </p:spPr>
        <p:txBody>
          <a:bodyPr/>
          <a:lstStyle/>
          <a:p>
            <a:r>
              <a:rPr lang="en-IN" altLang="en-US" dirty="0">
                <a:latin typeface="Times New Roman" panose="02020603050405020304" pitchFamily="18" charset="0"/>
                <a:cs typeface="Times New Roman" panose="02020603050405020304" pitchFamily="18" charset="0"/>
              </a:rPr>
              <a:t>Gained knowledge on key-edging technologies like Springs and Hibernates .</a:t>
            </a:r>
          </a:p>
          <a:p>
            <a:pPr marL="194945" indent="0">
              <a:buNone/>
            </a:pPr>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Explored on all the aspects dealing with practicality and feasibility of the project application.</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Acquired adequate insights about the various roles and the model of a real-time online cab booking system</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Learned excessively on facing the challenges encountered in the integration and deployment of the application.</a:t>
            </a:r>
          </a:p>
          <a:p>
            <a:endParaRPr lang="en-IN" altLang="en-US" dirty="0">
              <a:latin typeface="Times New Roman" panose="02020603050405020304" pitchFamily="18" charset="0"/>
              <a:cs typeface="Times New Roman" panose="02020603050405020304" pitchFamily="18" charset="0"/>
            </a:endParaRPr>
          </a:p>
          <a:p>
            <a:r>
              <a:rPr lang="en-IN" altLang="en-US" dirty="0">
                <a:latin typeface="Times New Roman" panose="02020603050405020304" pitchFamily="18" charset="0"/>
                <a:cs typeface="Times New Roman" panose="02020603050405020304" pitchFamily="18" charset="0"/>
              </a:rPr>
              <a:t>Peer-reviews and team work strategies was exercised that resulted in developing an uncompromisable solution.</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a:t>14</a:t>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8EAD-7145-4DCC-A50D-D6A5AB808AD5}"/>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Thank You !</a:t>
            </a:r>
          </a:p>
        </p:txBody>
      </p:sp>
      <p:sp>
        <p:nvSpPr>
          <p:cNvPr id="3" name="Slide Number Placeholder 2">
            <a:extLst>
              <a:ext uri="{FF2B5EF4-FFF2-40B4-BE49-F238E27FC236}">
                <a16:creationId xmlns:a16="http://schemas.microsoft.com/office/drawing/2014/main" id="{4C307159-4451-4D74-926D-6CFF1094D5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15</a:t>
            </a:fld>
            <a:endParaRPr lang="en-GB"/>
          </a:p>
        </p:txBody>
      </p:sp>
    </p:spTree>
    <p:extLst>
      <p:ext uri="{BB962C8B-B14F-4D97-AF65-F5344CB8AC3E}">
        <p14:creationId xmlns:p14="http://schemas.microsoft.com/office/powerpoint/2010/main" val="4261506625"/>
      </p:ext>
    </p:extLst>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948</Words>
  <Application>Microsoft Office PowerPoint</Application>
  <PresentationFormat>Widescreen</PresentationFormat>
  <Paragraphs>109</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English111 Vivace BT</vt:lpstr>
      <vt:lpstr>Nunito</vt:lpstr>
      <vt:lpstr>Times New Roman</vt:lpstr>
      <vt:lpstr>Wingdings</vt:lpstr>
      <vt:lpstr>Shift</vt:lpstr>
      <vt:lpstr>                                                Department of Computer Science and Engineering                                                  Internship Seminar(17CS84)                                                               on             Secure And Interactive Online Cab Booking Portal Using                                Springs MVC Framework and Hibernate                                                                                                                                                                                     INTERNAL GUIDE                          EXTERNAL GUIDE                    PRESENTED BY                                   Mrs. Priyanka Padki                                Mr. Chaitanya                         R Narendranath Reddy  Assistant Professor,                                 Technical Head,                       1BG17CS075   Dept of CSE, BNMIT               Glisten Project Solutions Pvt Ltd          8B CSE                                                  Bangalore                                                Bangalore                            Date:05/06/2021                                                                                                        </vt:lpstr>
      <vt:lpstr>AGENDA</vt:lpstr>
      <vt:lpstr>COMPANY PROFILE</vt:lpstr>
      <vt:lpstr>PROPOSED SYSTEM</vt:lpstr>
      <vt:lpstr>CORE FUNCTIONALITIES </vt:lpstr>
      <vt:lpstr>PowerPoint Presentation</vt:lpstr>
      <vt:lpstr>PowerPoint Presentation</vt:lpstr>
      <vt:lpstr>PowerPoint Presentation</vt:lpstr>
      <vt:lpstr>TECHNOLOGY STACK</vt:lpstr>
      <vt:lpstr>PowerPoint Presentation</vt:lpstr>
      <vt:lpstr>PowerPoint Presentation</vt:lpstr>
      <vt:lpstr>PowerPoint Presentation</vt:lpstr>
      <vt:lpstr>PowerPoint Presentation</vt:lpstr>
      <vt:lpstr>KEY TAKEAWAYS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Department of Computer Science and Engineering               CNN Based DeepFakes Detection Model For Forged Image                                     Identification In Social Media                             GUIDED BY :                                                                           PRESENTED BY : Mrs. Priyanka Padki                                                               Preethi V  (1BG17CS072) Assistant Professor                                          R Narendranath Reddy  (1BG17CS075) Dept of CSE, BNMIT                                                                Suhas H  (1BG17CS101) Bangalore                                                                     Swarnamalya M   (1BG17CS104)                                                                                                        </dc:title>
  <dc:creator>admin</dc:creator>
  <cp:lastModifiedBy>Narendranath Reddy</cp:lastModifiedBy>
  <cp:revision>19</cp:revision>
  <dcterms:created xsi:type="dcterms:W3CDTF">2021-05-27T14:29:08Z</dcterms:created>
  <dcterms:modified xsi:type="dcterms:W3CDTF">2021-06-03T10:32:39Z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1033-11.2.0.9232</vt:lpwstr>
  </property>
</Properties>
</file>